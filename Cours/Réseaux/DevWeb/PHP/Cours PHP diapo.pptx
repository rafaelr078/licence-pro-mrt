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71" r:id="rId5"/>
    <p:sldId id="259" r:id="rId6"/>
    <p:sldId id="272" r:id="rId7"/>
    <p:sldId id="260" r:id="rId8"/>
    <p:sldId id="267" r:id="rId9"/>
    <p:sldId id="276" r:id="rId10"/>
    <p:sldId id="266" r:id="rId11"/>
    <p:sldId id="261" r:id="rId12"/>
    <p:sldId id="274" r:id="rId13"/>
    <p:sldId id="275" r:id="rId14"/>
    <p:sldId id="264" r:id="rId15"/>
    <p:sldId id="268" r:id="rId16"/>
    <p:sldId id="265" r:id="rId17"/>
    <p:sldId id="262" r:id="rId18"/>
    <p:sldId id="269" r:id="rId19"/>
    <p:sldId id="270" r:id="rId20"/>
    <p:sldId id="26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FD334-918C-4CE5-B11B-349A32182CC0}" type="datetimeFigureOut">
              <a:rPr lang="fr-FR" smtClean="0"/>
              <a:t>05/12/2025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B8084-C89B-4CDB-9A1B-4A9788DB98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117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7E0076F-2FE3-4909-B006-BA0D3D82A6A4}" type="datetime1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09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21421-8D71-474E-AD18-1CCD9579EFB4}" type="datetime1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850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B5ECB1C-56CE-414D-8244-9805BC1357A0}" type="datetime1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116441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FFCA-B2FB-40B6-8613-842E296BC9A0}" type="datetime1">
              <a:rPr lang="fr-FR" smtClean="0"/>
              <a:t>05/12/2025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313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2F941-1BA1-455B-9B4E-C5371ACEC46A}" type="datetime1">
              <a:rPr lang="fr-FR" smtClean="0"/>
              <a:t>05/12/2025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341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E366-92DE-4F76-BC19-7C10B5705BAB}" type="datetime1">
              <a:rPr lang="fr-FR" smtClean="0"/>
              <a:t>05/12/2025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630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5B70-B85B-4AED-91CA-A8F5567F9B7E}" type="datetime1">
              <a:rPr lang="fr-FR" smtClean="0"/>
              <a:t>05/12/2025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564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6207597-AF40-40BD-B7C5-FECBA6D9B8C1}" type="datetime1">
              <a:rPr lang="fr-FR" smtClean="0"/>
              <a:t>05/12/2025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566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EE877E0-2FCD-4FF1-A67D-B93961AA92EC}" type="datetime1">
              <a:rPr lang="fr-FR" smtClean="0"/>
              <a:t>05/12/2025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196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68AA-958B-41DE-B235-5AB8D45ABF39}" type="datetime1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64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D9D4F-6755-4666-B784-638D64507DE0}" type="datetime1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36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5C6D789-F2BB-4994-ACE9-46825CDE219D}" type="datetime1">
              <a:rPr lang="fr-FR" smtClean="0"/>
              <a:t>05/12/2025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F22D706-C1FE-455B-91B6-724D900FADE5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0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essai.ph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lekal.com/ou-sont-stockes-les-cookies-dans-windows-10-11-pour-tous-les-navigateurs-internet/" TargetMode="External"/><Relationship Id="rId2" Type="http://schemas.openxmlformats.org/officeDocument/2006/relationships/hyperlink" Target="https://www.commentcamarche.net/securite/confidentialite/671-supprimer-les-cookies-dans-un-navigateur-web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29427-A7E1-46D3-B79C-73BAE56D3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PHP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43DA0C-4584-4D69-88FF-C7EC74BE1F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LP MRT</a:t>
            </a:r>
          </a:p>
        </p:txBody>
      </p:sp>
    </p:spTree>
    <p:extLst>
      <p:ext uri="{BB962C8B-B14F-4D97-AF65-F5344CB8AC3E}">
        <p14:creationId xmlns:p14="http://schemas.microsoft.com/office/powerpoint/2010/main" val="427220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C30C7-63DF-4F83-A588-341677C0F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Installation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08AFA1-8D91-46A0-85D2-F634D0970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Côté serveur </a:t>
            </a:r>
          </a:p>
          <a:p>
            <a:r>
              <a:rPr lang="fr-FR" dirty="0"/>
              <a:t>Serveur Web </a:t>
            </a:r>
          </a:p>
          <a:p>
            <a:r>
              <a:rPr lang="fr-FR" dirty="0"/>
              <a:t>Module </a:t>
            </a:r>
            <a:r>
              <a:rPr lang="fr-FR" dirty="0" err="1"/>
              <a:t>php</a:t>
            </a:r>
            <a:endParaRPr lang="fr-FR" dirty="0"/>
          </a:p>
          <a:p>
            <a:r>
              <a:rPr lang="fr-FR" dirty="0"/>
              <a:t>Serveur MySQL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FDE224-198D-26F0-3AE3-B0D0C561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46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92DBA9-E6D3-4BFA-959A-34A6CDA9C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Les variables – </a:t>
            </a:r>
            <a:br>
              <a:rPr lang="fr-FR" dirty="0"/>
            </a:br>
            <a:r>
              <a:rPr lang="fr-FR" dirty="0"/>
              <a:t>Les commentaires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F9FC34-E0AF-45A2-B119-F6CE99F72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182484"/>
            <a:ext cx="10178322" cy="3593591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Balises de script </a:t>
            </a:r>
            <a:r>
              <a:rPr lang="fr-FR" dirty="0" err="1"/>
              <a:t>php</a:t>
            </a:r>
            <a:r>
              <a:rPr lang="fr-FR" dirty="0"/>
              <a:t> : &lt;?</a:t>
            </a:r>
            <a:r>
              <a:rPr lang="fr-FR" dirty="0" err="1"/>
              <a:t>php</a:t>
            </a:r>
            <a:r>
              <a:rPr lang="fr-FR" dirty="0"/>
              <a:t> ….?&gt;</a:t>
            </a:r>
          </a:p>
          <a:p>
            <a:r>
              <a:rPr lang="fr-FR" dirty="0"/>
              <a:t>Variables :</a:t>
            </a:r>
          </a:p>
          <a:p>
            <a:pPr lvl="1"/>
            <a:r>
              <a:rPr lang="fr-FR" dirty="0"/>
              <a:t>Pas de type</a:t>
            </a:r>
          </a:p>
          <a:p>
            <a:pPr lvl="1"/>
            <a:r>
              <a:rPr lang="fr-FR" dirty="0"/>
              <a:t>Le nom est précédé $</a:t>
            </a:r>
          </a:p>
          <a:p>
            <a:pPr lvl="1"/>
            <a:r>
              <a:rPr lang="fr-FR" dirty="0"/>
              <a:t>Déclaration et initialisation : $var = 3;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Les commentaires : </a:t>
            </a:r>
          </a:p>
          <a:p>
            <a:pPr lvl="1"/>
            <a:r>
              <a:rPr lang="fr-FR" dirty="0"/>
              <a:t>#</a:t>
            </a:r>
          </a:p>
          <a:p>
            <a:pPr lvl="1"/>
            <a:r>
              <a:rPr lang="fr-FR" dirty="0"/>
              <a:t>//</a:t>
            </a:r>
          </a:p>
          <a:p>
            <a:pPr lvl="1"/>
            <a:r>
              <a:rPr lang="fr-FR" dirty="0"/>
              <a:t>/* .. */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F11B67-85DE-F353-BAEA-CA709168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4BB8FFA-1F22-56C8-64A4-15BC44ABBC0E}"/>
              </a:ext>
            </a:extLst>
          </p:cNvPr>
          <p:cNvSpPr txBox="1"/>
          <p:nvPr/>
        </p:nvSpPr>
        <p:spPr>
          <a:xfrm>
            <a:off x="4502989" y="4421179"/>
            <a:ext cx="208422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</a:pP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#echo "</a:t>
            </a:r>
            <a:r>
              <a:rPr lang="es-E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salut</a:t>
            </a: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";</a:t>
            </a:r>
          </a:p>
          <a:p>
            <a:pPr>
              <a:lnSpc>
                <a:spcPts val="1425"/>
              </a:lnSpc>
            </a:pP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//echo "</a:t>
            </a:r>
            <a:r>
              <a:rPr lang="es-E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salut</a:t>
            </a: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";</a:t>
            </a:r>
          </a:p>
          <a:p>
            <a:pPr>
              <a:lnSpc>
                <a:spcPts val="1425"/>
              </a:lnSpc>
            </a:pP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/*echo </a:t>
            </a:r>
            <a:r>
              <a:rPr lang="es-E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salut</a:t>
            </a: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echo "</a:t>
            </a:r>
            <a:r>
              <a:rPr lang="es-E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salut</a:t>
            </a: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";*/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8476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599125-22B9-213E-7A22-3818F182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Premier 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B2B4A6-3CDF-8F51-43D8-3E976C253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89893"/>
            <a:ext cx="10178322" cy="4474879"/>
          </a:xfrm>
        </p:spPr>
        <p:txBody>
          <a:bodyPr>
            <a:normAutofit/>
          </a:bodyPr>
          <a:lstStyle/>
          <a:p>
            <a:r>
              <a:rPr lang="fr-FR" dirty="0"/>
              <a:t>&lt;?</a:t>
            </a:r>
            <a:r>
              <a:rPr lang="fr-FR" dirty="0" err="1"/>
              <a:t>php</a:t>
            </a:r>
            <a:endParaRPr lang="fr-FR" dirty="0"/>
          </a:p>
          <a:p>
            <a:r>
              <a:rPr lang="fr-FR" dirty="0" err="1"/>
              <a:t>echo</a:t>
            </a:r>
            <a:r>
              <a:rPr lang="fr-FR" dirty="0"/>
              <a:t> "Bonjour tout le monde ! " ;</a:t>
            </a:r>
          </a:p>
          <a:p>
            <a:r>
              <a:rPr lang="fr-FR"/>
              <a:t>/</a:t>
            </a:r>
            <a:r>
              <a:rPr lang="fr-FR" dirty="0"/>
              <a:t>/</a:t>
            </a:r>
            <a:r>
              <a:rPr lang="fr-FR"/>
              <a:t>ceci </a:t>
            </a:r>
            <a:r>
              <a:rPr lang="fr-FR" dirty="0"/>
              <a:t>est un commentaire sur une ligne</a:t>
            </a:r>
          </a:p>
          <a:p>
            <a:r>
              <a:rPr lang="fr-FR" dirty="0"/>
              <a:t>/* ceci est un commentaire</a:t>
            </a:r>
          </a:p>
          <a:p>
            <a:r>
              <a:rPr lang="fr-FR" dirty="0"/>
              <a:t>Sur plusieurs lignes */</a:t>
            </a:r>
          </a:p>
          <a:p>
            <a:r>
              <a:rPr lang="fr-FR" dirty="0" err="1"/>
              <a:t>phpinfo</a:t>
            </a:r>
            <a:r>
              <a:rPr lang="fr-FR" dirty="0"/>
              <a:t>();</a:t>
            </a:r>
          </a:p>
          <a:p>
            <a:r>
              <a:rPr lang="fr-FR" dirty="0"/>
              <a:t>?&gt;</a:t>
            </a:r>
          </a:p>
          <a:p>
            <a:r>
              <a:rPr lang="fr-FR" dirty="0"/>
              <a:t>En mode root, sauvegarder le script avec l’extension </a:t>
            </a:r>
            <a:r>
              <a:rPr lang="fr-FR" dirty="0" err="1"/>
              <a:t>php</a:t>
            </a:r>
            <a:r>
              <a:rPr lang="fr-FR" dirty="0"/>
              <a:t> (exemple </a:t>
            </a:r>
            <a:r>
              <a:rPr lang="fr-FR" dirty="0" err="1"/>
              <a:t>essai.php</a:t>
            </a:r>
            <a:r>
              <a:rPr lang="fr-FR" dirty="0"/>
              <a:t>) à la racine du serveur web (/var/www/html sous Linux)</a:t>
            </a:r>
          </a:p>
          <a:p>
            <a:r>
              <a:rPr lang="fr-FR" dirty="0"/>
              <a:t>Puis, ouvrir le navigateur et écrire l’URL du fichier (</a:t>
            </a:r>
            <a:r>
              <a:rPr lang="fr-FR" dirty="0">
                <a:hlinkClick r:id="rId2"/>
              </a:rPr>
              <a:t>http://localhost/essai.php</a:t>
            </a:r>
            <a:r>
              <a:rPr lang="fr-FR" dirty="0"/>
              <a:t> par exemple)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77308A-1CAF-DC64-6088-6BEFC142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17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1AC2FF-B250-40B7-A921-AAECC4FF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Les structures de contrôle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9693CD-0DA0-41EE-8D3B-3B6C3E258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231"/>
            <a:ext cx="10515600" cy="4670803"/>
          </a:xfrm>
        </p:spPr>
        <p:txBody>
          <a:bodyPr>
            <a:normAutofit fontScale="92500" lnSpcReduction="10000"/>
          </a:bodyPr>
          <a:lstStyle/>
          <a:p>
            <a:r>
              <a:rPr lang="fr-FR" sz="1900" b="1" dirty="0"/>
              <a:t>Alternative :</a:t>
            </a:r>
          </a:p>
          <a:p>
            <a:pPr lvl="1"/>
            <a:r>
              <a:rPr lang="fr-FR" sz="1900" dirty="0"/>
              <a:t>if (condition) { //instructions}</a:t>
            </a:r>
          </a:p>
          <a:p>
            <a:pPr lvl="1"/>
            <a:r>
              <a:rPr lang="fr-FR" sz="1900" dirty="0"/>
              <a:t>switch($valeur) { </a:t>
            </a:r>
          </a:p>
          <a:p>
            <a:pPr marL="457200" lvl="1" indent="0">
              <a:buNone/>
            </a:pPr>
            <a:r>
              <a:rPr lang="fr-FR" sz="1900" dirty="0"/>
              <a:t>			case $valeur1: //</a:t>
            </a:r>
            <a:r>
              <a:rPr lang="fr-FR" sz="1900" dirty="0" err="1"/>
              <a:t>instructions;break</a:t>
            </a:r>
            <a:r>
              <a:rPr lang="fr-FR" sz="1900" dirty="0"/>
              <a:t>; </a:t>
            </a:r>
          </a:p>
          <a:p>
            <a:pPr marL="457200" lvl="1" indent="0">
              <a:buNone/>
            </a:pPr>
            <a:r>
              <a:rPr lang="fr-FR" sz="1900" dirty="0"/>
              <a:t>			case $valeur2: //</a:t>
            </a:r>
            <a:r>
              <a:rPr lang="fr-FR" sz="1900" dirty="0" err="1"/>
              <a:t>instructions;break</a:t>
            </a:r>
            <a:r>
              <a:rPr lang="fr-FR" sz="1900" dirty="0"/>
              <a:t>;</a:t>
            </a:r>
          </a:p>
          <a:p>
            <a:pPr marL="457200" lvl="1" indent="0">
              <a:buNone/>
            </a:pPr>
            <a:r>
              <a:rPr lang="fr-FR" sz="1900" dirty="0"/>
              <a:t>			…</a:t>
            </a:r>
          </a:p>
          <a:p>
            <a:pPr marL="457200" lvl="1" indent="0">
              <a:buNone/>
            </a:pPr>
            <a:r>
              <a:rPr lang="fr-FR" sz="1900" dirty="0"/>
              <a:t>			default : //instructions; }</a:t>
            </a:r>
          </a:p>
          <a:p>
            <a:r>
              <a:rPr lang="fr-FR" sz="1900" b="1" dirty="0"/>
              <a:t>Les boucles :</a:t>
            </a:r>
          </a:p>
          <a:p>
            <a:pPr lvl="1"/>
            <a:r>
              <a:rPr lang="fr-FR" sz="1900" dirty="0" err="1"/>
              <a:t>foreach</a:t>
            </a:r>
            <a:r>
              <a:rPr lang="fr-FR" sz="1900" dirty="0"/>
              <a:t>($</a:t>
            </a:r>
            <a:r>
              <a:rPr lang="fr-FR" sz="1900" dirty="0" err="1"/>
              <a:t>ma_variable_a_parcourir</a:t>
            </a:r>
            <a:r>
              <a:rPr lang="fr-FR" sz="1900" dirty="0"/>
              <a:t> </a:t>
            </a:r>
            <a:r>
              <a:rPr lang="fr-FR" sz="1900" b="1" dirty="0"/>
              <a:t>as</a:t>
            </a:r>
            <a:r>
              <a:rPr lang="fr-FR" sz="1900" dirty="0"/>
              <a:t> $</a:t>
            </a:r>
            <a:r>
              <a:rPr lang="fr-FR" sz="1900" dirty="0" err="1"/>
              <a:t>element_de_parcours</a:t>
            </a:r>
            <a:r>
              <a:rPr lang="fr-FR" sz="1900" dirty="0"/>
              <a:t>) {//instructions}</a:t>
            </a:r>
          </a:p>
          <a:p>
            <a:pPr lvl="2"/>
            <a:r>
              <a:rPr lang="fr-FR" sz="1700" dirty="0"/>
              <a:t>Exemple : </a:t>
            </a:r>
          </a:p>
          <a:p>
            <a:pPr marL="457200" lvl="1" indent="0">
              <a:buNone/>
            </a:pPr>
            <a:r>
              <a:rPr lang="fr-FR" sz="1900" dirty="0"/>
              <a:t>		</a:t>
            </a:r>
            <a:r>
              <a:rPr lang="fr-FR" sz="2000" dirty="0"/>
              <a:t>$fruits = </a:t>
            </a:r>
            <a:r>
              <a:rPr lang="fr-FR" sz="2000" dirty="0" err="1"/>
              <a:t>array</a:t>
            </a:r>
            <a:r>
              <a:rPr lang="fr-FR" sz="2000" dirty="0"/>
              <a:t>("Pomme", "Banane", "Cerise", "Mangue"); </a:t>
            </a:r>
          </a:p>
          <a:p>
            <a:pPr marL="457200" lvl="1" indent="0">
              <a:buNone/>
            </a:pPr>
            <a:r>
              <a:rPr lang="fr-FR" sz="2000" dirty="0"/>
              <a:t>		le tableau </a:t>
            </a:r>
            <a:r>
              <a:rPr lang="fr-FR" sz="2000" dirty="0" err="1"/>
              <a:t>foreach</a:t>
            </a:r>
            <a:r>
              <a:rPr lang="fr-FR" sz="2000" dirty="0"/>
              <a:t> ($fruits as $fruit) { </a:t>
            </a:r>
            <a:r>
              <a:rPr lang="fr-FR" sz="2000" dirty="0" err="1"/>
              <a:t>echo</a:t>
            </a:r>
            <a:r>
              <a:rPr lang="fr-FR" sz="2000" dirty="0"/>
              <a:t> $fruit . "&lt;</a:t>
            </a:r>
            <a:r>
              <a:rPr lang="fr-FR" sz="2000" dirty="0" err="1"/>
              <a:t>br</a:t>
            </a:r>
            <a:r>
              <a:rPr lang="fr-FR" sz="2000" dirty="0"/>
              <a:t>&gt;";</a:t>
            </a:r>
          </a:p>
          <a:p>
            <a:pPr marL="457200" lvl="1" indent="0">
              <a:buNone/>
            </a:pPr>
            <a:endParaRPr lang="fr-FR" sz="2000" dirty="0"/>
          </a:p>
          <a:p>
            <a:pPr marL="457200" lvl="1" indent="0">
              <a:buNone/>
            </a:pPr>
            <a:endParaRPr lang="fr-FR" sz="1900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E5CE7F-3E82-65C8-CD86-0E351C7F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ABD414-D88D-B2AD-7D97-1BC9CB132E23}"/>
              </a:ext>
            </a:extLst>
          </p:cNvPr>
          <p:cNvSpPr txBox="1"/>
          <p:nvPr/>
        </p:nvSpPr>
        <p:spPr>
          <a:xfrm>
            <a:off x="1971674" y="4872891"/>
            <a:ext cx="84582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dirty="0"/>
              <a:t>$</a:t>
            </a:r>
            <a:r>
              <a:rPr lang="fr-FR" dirty="0" err="1"/>
              <a:t>nomFichier</a:t>
            </a:r>
            <a:r>
              <a:rPr lang="fr-FR" dirty="0"/>
              <a:t> = 'lecture.txt’;</a:t>
            </a:r>
          </a:p>
          <a:p>
            <a:r>
              <a:rPr lang="fr-FR" dirty="0"/>
              <a:t>if (</a:t>
            </a:r>
            <a:r>
              <a:rPr lang="fr-FR" dirty="0" err="1"/>
              <a:t>file_exists</a:t>
            </a:r>
            <a:r>
              <a:rPr lang="fr-FR" dirty="0"/>
              <a:t>($</a:t>
            </a:r>
            <a:r>
              <a:rPr lang="fr-FR" dirty="0" err="1"/>
              <a:t>nomFichier</a:t>
            </a:r>
            <a:r>
              <a:rPr lang="fr-FR" dirty="0"/>
              <a:t>)) {    </a:t>
            </a:r>
          </a:p>
          <a:p>
            <a:r>
              <a:rPr lang="fr-FR" dirty="0"/>
              <a:t>$lignes = file($</a:t>
            </a:r>
            <a:r>
              <a:rPr lang="fr-FR" dirty="0" err="1"/>
              <a:t>nomFichier</a:t>
            </a:r>
            <a:r>
              <a:rPr lang="fr-FR" dirty="0"/>
              <a:t>, FILE_IGNORE_NEW_LINES | FILE_SKIP_EMPTY_LINES);    </a:t>
            </a:r>
          </a:p>
          <a:p>
            <a:r>
              <a:rPr lang="fr-FR" dirty="0" err="1"/>
              <a:t>foreach</a:t>
            </a:r>
            <a:r>
              <a:rPr lang="fr-FR" dirty="0"/>
              <a:t> ($lignes as $ligne) {        </a:t>
            </a:r>
            <a:r>
              <a:rPr lang="fr-FR" dirty="0" err="1"/>
              <a:t>echo</a:t>
            </a:r>
            <a:r>
              <a:rPr lang="fr-FR" dirty="0"/>
              <a:t> $ligne . "&lt;</a:t>
            </a:r>
            <a:r>
              <a:rPr lang="fr-FR" dirty="0" err="1"/>
              <a:t>br</a:t>
            </a:r>
            <a:r>
              <a:rPr lang="fr-FR" dirty="0"/>
              <a:t>&gt;";    }} </a:t>
            </a:r>
          </a:p>
          <a:p>
            <a:r>
              <a:rPr lang="fr-FR" dirty="0" err="1"/>
              <a:t>else</a:t>
            </a:r>
            <a:r>
              <a:rPr lang="fr-FR" dirty="0"/>
              <a:t> {    </a:t>
            </a:r>
            <a:r>
              <a:rPr lang="fr-FR" dirty="0" err="1"/>
              <a:t>echo</a:t>
            </a:r>
            <a:r>
              <a:rPr lang="fr-FR" dirty="0"/>
              <a:t> "Le fichier n'existe pas.";}</a:t>
            </a:r>
          </a:p>
        </p:txBody>
      </p:sp>
    </p:spTree>
    <p:extLst>
      <p:ext uri="{BB962C8B-B14F-4D97-AF65-F5344CB8AC3E}">
        <p14:creationId xmlns:p14="http://schemas.microsoft.com/office/powerpoint/2010/main" val="3718045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3F0670-A843-B175-274C-B5432DC7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structures de contrôle (suite)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4F5EC9-CC79-23C9-D855-04B8D078A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3593591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fr-FR" sz="2000" dirty="0" err="1"/>
              <a:t>while</a:t>
            </a:r>
            <a:r>
              <a:rPr lang="fr-FR" sz="2000" dirty="0"/>
              <a:t> (condition) {//instructions}</a:t>
            </a:r>
          </a:p>
          <a:p>
            <a:pPr marL="457200" lvl="1" indent="0">
              <a:buNone/>
            </a:pPr>
            <a:endParaRPr lang="fr-FR" sz="2000" dirty="0"/>
          </a:p>
          <a:p>
            <a:pPr lvl="1"/>
            <a:r>
              <a:rPr lang="fr-FR" sz="2000" dirty="0"/>
              <a:t>$compteur = 1;</a:t>
            </a:r>
          </a:p>
          <a:p>
            <a:pPr lvl="1"/>
            <a:r>
              <a:rPr lang="fr-FR" sz="2000" dirty="0" err="1"/>
              <a:t>while</a:t>
            </a:r>
            <a:r>
              <a:rPr lang="fr-FR" sz="2000" dirty="0"/>
              <a:t> ($compteur &lt;= 9) {</a:t>
            </a:r>
          </a:p>
          <a:p>
            <a:pPr lvl="1"/>
            <a:r>
              <a:rPr lang="fr-FR" sz="2000" dirty="0"/>
              <a:t>    </a:t>
            </a:r>
            <a:r>
              <a:rPr lang="fr-FR" sz="2000" dirty="0" err="1"/>
              <a:t>echo</a:t>
            </a:r>
            <a:r>
              <a:rPr lang="fr-FR" sz="2000" dirty="0"/>
              <a:t> "Compteur : " . $compteur . "&lt;</a:t>
            </a:r>
            <a:r>
              <a:rPr lang="fr-FR" sz="2000" dirty="0" err="1"/>
              <a:t>br</a:t>
            </a:r>
            <a:r>
              <a:rPr lang="fr-FR" sz="2000" dirty="0"/>
              <a:t>&gt;";</a:t>
            </a:r>
          </a:p>
          <a:p>
            <a:pPr lvl="1"/>
            <a:r>
              <a:rPr lang="fr-FR" sz="2000" dirty="0"/>
              <a:t>$compteur++; }</a:t>
            </a:r>
          </a:p>
          <a:p>
            <a:pPr lvl="1"/>
            <a:r>
              <a:rPr lang="fr-FR" sz="2000" dirty="0" err="1"/>
              <a:t>echo</a:t>
            </a:r>
            <a:r>
              <a:rPr lang="fr-FR" sz="2000" dirty="0"/>
              <a:t> "Fin";</a:t>
            </a:r>
          </a:p>
          <a:p>
            <a:pPr marL="457200" lvl="1" indent="0">
              <a:buNone/>
            </a:pPr>
            <a:endParaRPr lang="fr-FR" sz="2000" dirty="0"/>
          </a:p>
          <a:p>
            <a:pPr lvl="1"/>
            <a:r>
              <a:rPr lang="fr-FR" sz="2000" dirty="0"/>
              <a:t>do {//instructions} </a:t>
            </a:r>
            <a:r>
              <a:rPr lang="fr-FR" sz="2000" dirty="0" err="1"/>
              <a:t>while</a:t>
            </a:r>
            <a:r>
              <a:rPr lang="fr-FR" sz="2000" dirty="0"/>
              <a:t> (condition);</a:t>
            </a:r>
          </a:p>
          <a:p>
            <a:pPr lvl="1"/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AC2DBB-4781-69AE-1299-4E77F041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421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EFF09-10E6-4DC3-B215-DDF8353C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Les tableaux A une dimension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7A0BD-CA99-4B45-9935-5D7899119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01097"/>
            <a:ext cx="10178322" cy="5074518"/>
          </a:xfrm>
        </p:spPr>
        <p:txBody>
          <a:bodyPr>
            <a:normAutofit/>
          </a:bodyPr>
          <a:lstStyle/>
          <a:p>
            <a:r>
              <a:rPr lang="fr-FR" dirty="0"/>
              <a:t>Ensemble de valeurs</a:t>
            </a:r>
          </a:p>
          <a:p>
            <a:r>
              <a:rPr lang="fr-FR" dirty="0"/>
              <a:t>Remplissage : boucle for ou </a:t>
            </a:r>
            <a:r>
              <a:rPr lang="fr-FR" dirty="0" err="1"/>
              <a:t>foreach</a:t>
            </a:r>
            <a:endParaRPr lang="fr-FR" dirty="0"/>
          </a:p>
          <a:p>
            <a:r>
              <a:rPr lang="fr-FR" dirty="0"/>
              <a:t>Affichage boucle for ou </a:t>
            </a:r>
            <a:r>
              <a:rPr lang="fr-FR" dirty="0" err="1"/>
              <a:t>foreach</a:t>
            </a:r>
            <a:endParaRPr lang="fr-FR" dirty="0"/>
          </a:p>
          <a:p>
            <a:endParaRPr lang="fr-FR" dirty="0"/>
          </a:p>
          <a:p>
            <a:r>
              <a:rPr lang="fr-FR" dirty="0"/>
              <a:t>Déclaration : $</a:t>
            </a:r>
            <a:r>
              <a:rPr lang="fr-FR" dirty="0" err="1"/>
              <a:t>montableau</a:t>
            </a:r>
            <a:r>
              <a:rPr lang="fr-FR" dirty="0"/>
              <a:t> = </a:t>
            </a:r>
            <a:r>
              <a:rPr lang="fr-FR" dirty="0" err="1"/>
              <a:t>array</a:t>
            </a:r>
            <a:r>
              <a:rPr lang="fr-FR" dirty="0"/>
              <a:t>(valeur1, valeur2,…,valeur n);</a:t>
            </a:r>
          </a:p>
          <a:p>
            <a:endParaRPr lang="fr-FR" dirty="0"/>
          </a:p>
          <a:p>
            <a:r>
              <a:rPr lang="fr-FR" dirty="0"/>
              <a:t>$tableau2 = </a:t>
            </a:r>
            <a:r>
              <a:rPr lang="fr-FR" dirty="0" err="1"/>
              <a:t>array</a:t>
            </a:r>
            <a:r>
              <a:rPr lang="fr-FR" dirty="0"/>
              <a:t>() //aucun élément dans le tableau</a:t>
            </a:r>
          </a:p>
          <a:p>
            <a:endParaRPr lang="fr-FR" dirty="0"/>
          </a:p>
          <a:p>
            <a:r>
              <a:rPr lang="fr-FR" dirty="0"/>
              <a:t>Accès à une case : </a:t>
            </a:r>
            <a:r>
              <a:rPr lang="fr-FR" dirty="0" err="1"/>
              <a:t>echo</a:t>
            </a:r>
            <a:r>
              <a:rPr lang="fr-FR" dirty="0"/>
              <a:t> $</a:t>
            </a:r>
            <a:r>
              <a:rPr lang="fr-FR" dirty="0" err="1"/>
              <a:t>montableau</a:t>
            </a:r>
            <a:r>
              <a:rPr lang="fr-FR" dirty="0"/>
              <a:t>[2]; //affiche le contenu de la deuxième case du tableau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366A35-0AD4-662D-3DC9-B1FC33FF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604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27FE0-2F06-4C67-B82E-AC878532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tableaux A deux dimensions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91CF5A-D21A-4851-B25B-F9DFBDBB4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139687"/>
            <a:ext cx="10178322" cy="5194852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$tableau2Dim=</a:t>
            </a:r>
            <a:r>
              <a:rPr lang="fr-F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/>
              <a:t>Accès à une case : $tableau2Dim[0][0] = 12;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for($ligne=0;$ligne&lt;10;$ligne++){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for($colonne=0;$colonne&lt;10;$colonne++){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$tableau2Dim[$ligne][$colonne] = 1;</a:t>
            </a:r>
          </a:p>
          <a:p>
            <a:pPr marL="449580" indent="449580">
              <a:lnSpc>
                <a:spcPct val="107000"/>
              </a:lnSpc>
              <a:spcAft>
                <a:spcPts val="800"/>
              </a:spcAft>
            </a:pPr>
            <a:r>
              <a:rPr lang="fr-F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echo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$tableau2Dim[$ligne][$colonne];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} </a:t>
            </a:r>
            <a:r>
              <a:rPr lang="fr-F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echo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"&lt;</a:t>
            </a:r>
            <a:r>
              <a:rPr lang="fr-F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/&gt;" 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353F23-271B-9626-9A8A-3DDA04DE5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54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1597CC-22A3-4D87-BDA7-791B0F5E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tableaux Associatifs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3E12C0-EDFB-3669-49FC-43A73B45D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&lt;?</a:t>
            </a:r>
            <a:r>
              <a:rPr lang="fr-FR" dirty="0" err="1"/>
              <a:t>php</a:t>
            </a:r>
            <a:endParaRPr lang="fr-FR" dirty="0"/>
          </a:p>
          <a:p>
            <a:r>
              <a:rPr lang="fr-FR" dirty="0"/>
              <a:t>$personne = </a:t>
            </a:r>
            <a:r>
              <a:rPr lang="fr-FR" dirty="0" err="1"/>
              <a:t>array</a:t>
            </a:r>
            <a:r>
              <a:rPr lang="fr-FR" dirty="0"/>
              <a:t>(    "nom" =&gt; "Dupont",    "</a:t>
            </a:r>
            <a:r>
              <a:rPr lang="fr-FR" dirty="0" err="1"/>
              <a:t>prenom</a:t>
            </a:r>
            <a:r>
              <a:rPr lang="fr-FR" dirty="0"/>
              <a:t>" =&gt; "Marie",    "</a:t>
            </a:r>
            <a:r>
              <a:rPr lang="fr-FR" dirty="0" err="1"/>
              <a:t>age</a:t>
            </a:r>
            <a:r>
              <a:rPr lang="fr-FR" dirty="0"/>
              <a:t>" =&gt; 32);</a:t>
            </a:r>
          </a:p>
          <a:p>
            <a:r>
              <a:rPr lang="fr-FR" dirty="0" err="1"/>
              <a:t>echo</a:t>
            </a:r>
            <a:r>
              <a:rPr lang="fr-FR" dirty="0"/>
              <a:t> $personne["nom"];     // Dupont</a:t>
            </a:r>
          </a:p>
          <a:p>
            <a:r>
              <a:rPr lang="fr-FR" dirty="0" err="1"/>
              <a:t>echo</a:t>
            </a:r>
            <a:r>
              <a:rPr lang="fr-FR" dirty="0"/>
              <a:t> $personne["</a:t>
            </a:r>
            <a:r>
              <a:rPr lang="fr-FR" dirty="0" err="1"/>
              <a:t>prenom</a:t>
            </a:r>
            <a:r>
              <a:rPr lang="fr-FR" dirty="0"/>
              <a:t>"];  // Marie</a:t>
            </a:r>
          </a:p>
          <a:p>
            <a:r>
              <a:rPr lang="fr-FR" dirty="0" err="1"/>
              <a:t>echo</a:t>
            </a:r>
            <a:r>
              <a:rPr lang="fr-FR" dirty="0"/>
              <a:t> $personne["</a:t>
            </a:r>
            <a:r>
              <a:rPr lang="fr-FR" dirty="0" err="1"/>
              <a:t>age</a:t>
            </a:r>
            <a:r>
              <a:rPr lang="fr-FR" dirty="0"/>
              <a:t>"];     // 32</a:t>
            </a:r>
          </a:p>
          <a:p>
            <a:r>
              <a:rPr lang="fr-FR" dirty="0"/>
              <a:t>?&gt;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677C97-C898-052B-B5F6-0EBDAD7C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487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79A7F-0D7C-4362-B787-C9C04509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E26560-5FB1-413F-A832-488C7DB75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204"/>
            <a:ext cx="10178322" cy="3593591"/>
          </a:xfrm>
        </p:spPr>
        <p:txBody>
          <a:bodyPr/>
          <a:lstStyle/>
          <a:p>
            <a:r>
              <a:rPr lang="fr-FR" dirty="0"/>
              <a:t>Sous-programme qui permet de générer un résultat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addition($</a:t>
            </a:r>
            <a:r>
              <a:rPr lang="fr-FR" dirty="0" err="1"/>
              <a:t>a,$b</a:t>
            </a:r>
            <a:r>
              <a:rPr lang="fr-FR" dirty="0"/>
              <a:t>) { return $a+$b; }</a:t>
            </a:r>
          </a:p>
          <a:p>
            <a:endParaRPr lang="fr-FR" dirty="0"/>
          </a:p>
          <a:p>
            <a:r>
              <a:rPr lang="fr-FR" dirty="0"/>
              <a:t>Utilisation : </a:t>
            </a:r>
            <a:r>
              <a:rPr lang="fr-FR" dirty="0" err="1"/>
              <a:t>echo</a:t>
            </a:r>
            <a:r>
              <a:rPr lang="fr-FR" dirty="0"/>
              <a:t> 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fr-FR" dirty="0"/>
              <a:t>le résultat est : 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".</a:t>
            </a:r>
            <a:r>
              <a:rPr lang="fr-FR" dirty="0"/>
              <a:t>addition(3,4);</a:t>
            </a:r>
          </a:p>
          <a:p>
            <a:r>
              <a:rPr lang="fr-FR" dirty="0"/>
              <a:t>Comme une fonction renvoie un résultat, on peut donc stocker ou afficher directement ce résultat.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D16990-9B85-FE08-FCD5-8C0181036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217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1DF9B5-DCCC-4BB0-B71D-A09EF150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Interaction entre html et </a:t>
            </a:r>
            <a:r>
              <a:rPr lang="fr-FR" dirty="0" err="1"/>
              <a:t>php</a:t>
            </a:r>
            <a:r>
              <a:rPr lang="fr-FR" dirty="0"/>
              <a:t>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D570B-5339-43EB-9FBD-87CEA4FFF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E1BD8AE-487F-406A-A2E1-C474ADEA8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201474"/>
              </p:ext>
            </p:extLst>
          </p:nvPr>
        </p:nvGraphicFramePr>
        <p:xfrm>
          <a:off x="1669001" y="1400971"/>
          <a:ext cx="8549196" cy="50248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74598">
                  <a:extLst>
                    <a:ext uri="{9D8B030D-6E8A-4147-A177-3AD203B41FA5}">
                      <a16:colId xmlns:a16="http://schemas.microsoft.com/office/drawing/2014/main" val="2121763932"/>
                    </a:ext>
                  </a:extLst>
                </a:gridCol>
                <a:gridCol w="4274598">
                  <a:extLst>
                    <a:ext uri="{9D8B030D-6E8A-4147-A177-3AD203B41FA5}">
                      <a16:colId xmlns:a16="http://schemas.microsoft.com/office/drawing/2014/main" val="567190632"/>
                    </a:ext>
                  </a:extLst>
                </a:gridCol>
              </a:tblGrid>
              <a:tr h="2778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Code html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Code </a:t>
                      </a:r>
                      <a:r>
                        <a:rPr lang="fr-FR" sz="1600" dirty="0" err="1">
                          <a:effectLst/>
                        </a:rPr>
                        <a:t>php</a:t>
                      </a:r>
                      <a:r>
                        <a:rPr lang="fr-FR" sz="1600" dirty="0">
                          <a:effectLst/>
                        </a:rPr>
                        <a:t> de </a:t>
                      </a:r>
                      <a:r>
                        <a:rPr lang="fr-FR" sz="1600" dirty="0" err="1">
                          <a:effectLst/>
                        </a:rPr>
                        <a:t>fichier.php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3928602"/>
                  </a:ext>
                </a:extLst>
              </a:tr>
              <a:tr h="3689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&lt;html&gt;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</a:t>
                      </a:r>
                      <a:r>
                        <a:rPr lang="fr-FR" sz="1600" dirty="0" err="1">
                          <a:effectLst/>
                        </a:rPr>
                        <a:t>head</a:t>
                      </a:r>
                      <a:r>
                        <a:rPr lang="fr-FR" sz="1600" dirty="0">
                          <a:effectLst/>
                        </a:rPr>
                        <a:t>&gt;&lt;/</a:t>
                      </a:r>
                      <a:r>
                        <a:rPr lang="fr-FR" sz="1600" dirty="0" err="1">
                          <a:effectLst/>
                        </a:rPr>
                        <a:t>head</a:t>
                      </a:r>
                      <a:r>
                        <a:rPr lang="fr-FR" sz="1600" dirty="0">
                          <a:effectLst/>
                        </a:rPr>
                        <a:t>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&lt;body&gt;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</a:t>
                      </a:r>
                      <a:r>
                        <a:rPr lang="fr-FR" sz="1600" dirty="0" err="1">
                          <a:effectLst/>
                        </a:rPr>
                        <a:t>form</a:t>
                      </a:r>
                      <a:r>
                        <a:rPr lang="fr-FR" sz="1600" dirty="0">
                          <a:effectLst/>
                        </a:rPr>
                        <a:t> </a:t>
                      </a:r>
                      <a:r>
                        <a:rPr lang="fr-FR" sz="1600" dirty="0" err="1">
                          <a:effectLst/>
                        </a:rPr>
                        <a:t>method</a:t>
                      </a:r>
                      <a:r>
                        <a:rPr lang="fr-FR" sz="1600" dirty="0">
                          <a:effectLst/>
                        </a:rPr>
                        <a:t>="</a:t>
                      </a:r>
                      <a:r>
                        <a:rPr lang="fr-FR" sz="1600" dirty="0" err="1">
                          <a:effectLst/>
                        </a:rPr>
                        <a:t>get</a:t>
                      </a:r>
                      <a:r>
                        <a:rPr lang="fr-FR" sz="1600" dirty="0">
                          <a:effectLst/>
                        </a:rPr>
                        <a:t>" action="</a:t>
                      </a:r>
                      <a:r>
                        <a:rPr lang="fr-FR" sz="1600" dirty="0" err="1">
                          <a:effectLst/>
                        </a:rPr>
                        <a:t>fichier.php</a:t>
                      </a:r>
                      <a:r>
                        <a:rPr lang="fr-FR" sz="1600" dirty="0">
                          <a:effectLst/>
                        </a:rPr>
                        <a:t>"&gt;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&lt;select </a:t>
                      </a:r>
                      <a:r>
                        <a:rPr lang="fr-FR" sz="1600" dirty="0" err="1">
                          <a:effectLst/>
                        </a:rPr>
                        <a:t>name</a:t>
                      </a:r>
                      <a:r>
                        <a:rPr lang="fr-FR" sz="1600" dirty="0">
                          <a:effectLst/>
                        </a:rPr>
                        <a:t>="choix"&gt;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&lt;option&gt;choix1&lt;/option&gt;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&lt;option&gt;choix2&lt;/option&gt;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&lt;option&gt;choix3&lt;/option&gt;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&lt;/select&gt;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&lt;input type="</a:t>
                      </a:r>
                      <a:r>
                        <a:rPr lang="fr-FR" sz="1600" dirty="0" err="1">
                          <a:effectLst/>
                        </a:rPr>
                        <a:t>text</a:t>
                      </a:r>
                      <a:r>
                        <a:rPr lang="fr-FR" sz="1600" dirty="0">
                          <a:effectLst/>
                        </a:rPr>
                        <a:t>"  </a:t>
                      </a:r>
                      <a:r>
                        <a:rPr lang="fr-FR" sz="1600" dirty="0" err="1">
                          <a:effectLst/>
                        </a:rPr>
                        <a:t>name</a:t>
                      </a:r>
                      <a:r>
                        <a:rPr lang="fr-FR" sz="1600" dirty="0">
                          <a:effectLst/>
                        </a:rPr>
                        <a:t>="nom"  /&gt;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>
                          <a:effectLst/>
                        </a:rPr>
                        <a:t>&lt;input type="</a:t>
                      </a:r>
                      <a:r>
                        <a:rPr lang="fr-FR" sz="1600" dirty="0" err="1">
                          <a:effectLst/>
                        </a:rPr>
                        <a:t>text</a:t>
                      </a:r>
                      <a:r>
                        <a:rPr lang="fr-FR" sz="1600" dirty="0">
                          <a:effectLst/>
                        </a:rPr>
                        <a:t>"  </a:t>
                      </a:r>
                      <a:r>
                        <a:rPr lang="fr-FR" sz="1600" dirty="0" err="1">
                          <a:effectLst/>
                        </a:rPr>
                        <a:t>name</a:t>
                      </a:r>
                      <a:r>
                        <a:rPr lang="fr-FR" sz="1600" dirty="0">
                          <a:effectLst/>
                        </a:rPr>
                        <a:t>="</a:t>
                      </a:r>
                      <a:r>
                        <a:rPr lang="fr-FR" sz="1600" dirty="0" err="1">
                          <a:effectLst/>
                        </a:rPr>
                        <a:t>prenom</a:t>
                      </a:r>
                      <a:r>
                        <a:rPr lang="fr-FR" sz="1600" dirty="0">
                          <a:effectLst/>
                        </a:rPr>
                        <a:t>"  /&gt;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&lt;input type="</a:t>
                      </a:r>
                      <a:r>
                        <a:rPr lang="fr-FR" sz="1600" dirty="0" err="1">
                          <a:effectLst/>
                        </a:rPr>
                        <a:t>submit</a:t>
                      </a:r>
                      <a:r>
                        <a:rPr lang="fr-FR" sz="1600" dirty="0">
                          <a:effectLst/>
                        </a:rPr>
                        <a:t>"  /&gt;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&lt;/</a:t>
                      </a:r>
                      <a:r>
                        <a:rPr lang="fr-FR" sz="1600" dirty="0" err="1">
                          <a:effectLst/>
                        </a:rPr>
                        <a:t>form</a:t>
                      </a:r>
                      <a:r>
                        <a:rPr lang="fr-FR" sz="1600" dirty="0">
                          <a:effectLst/>
                        </a:rPr>
                        <a:t>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&lt;/body&gt;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&lt;/html&gt;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&lt;?</a:t>
                      </a:r>
                      <a:r>
                        <a:rPr lang="fr-FR" sz="1600" dirty="0" err="1">
                          <a:effectLst/>
                        </a:rPr>
                        <a:t>php</a:t>
                      </a:r>
                      <a:endParaRPr lang="fr-F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$choix=$_GET['choix’];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$nom=$_GET[‘nom’];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switch($choix){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case choix1: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effectLst/>
                        </a:rPr>
                        <a:t>echo</a:t>
                      </a:r>
                      <a:r>
                        <a:rPr lang="fr-FR" sz="1600" dirty="0">
                          <a:effectLst/>
                        </a:rPr>
                        <a:t> "le choix est 1";break;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case choix2: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effectLst/>
                        </a:rPr>
                        <a:t>echo</a:t>
                      </a:r>
                      <a:r>
                        <a:rPr lang="fr-FR" sz="1600" dirty="0">
                          <a:effectLst/>
                        </a:rPr>
                        <a:t> "le choix est 2";break;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case choix3: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effectLst/>
                        </a:rPr>
                        <a:t>echo</a:t>
                      </a:r>
                      <a:r>
                        <a:rPr lang="fr-FR" sz="1600" dirty="0">
                          <a:effectLst/>
                        </a:rPr>
                        <a:t> "le choix est 3";break;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default: </a:t>
                      </a:r>
                      <a:r>
                        <a:rPr lang="fr-FR" sz="1600" dirty="0" err="1">
                          <a:effectLst/>
                        </a:rPr>
                        <a:t>echo</a:t>
                      </a:r>
                      <a:r>
                        <a:rPr lang="fr-FR" sz="1600" dirty="0">
                          <a:effectLst/>
                        </a:rPr>
                        <a:t> "mauvais choix";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break;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}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effectLst/>
                        </a:rPr>
                        <a:t>echo</a:t>
                      </a:r>
                      <a:r>
                        <a:rPr lang="fr-FR" sz="1600" dirty="0">
                          <a:effectLst/>
                        </a:rPr>
                        <a:t> "&lt;</a:t>
                      </a:r>
                      <a:r>
                        <a:rPr lang="fr-FR" sz="1600" dirty="0" err="1">
                          <a:effectLst/>
                        </a:rPr>
                        <a:t>br</a:t>
                      </a:r>
                      <a:r>
                        <a:rPr lang="fr-FR" sz="1600" dirty="0">
                          <a:effectLst/>
                        </a:rPr>
                        <a:t> /&gt; votre nom est : " .$nom;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?&gt;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0697842"/>
                  </a:ext>
                </a:extLst>
              </a:tr>
              <a:tr h="2778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 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 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4133844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DB470C-008B-2FBF-5168-72D71AC0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4535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D15625-1A3B-13CF-004E-A4E02CCA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Interaction entre html et </a:t>
            </a:r>
            <a:r>
              <a:rPr lang="fr-FR" dirty="0" err="1"/>
              <a:t>php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B404F1-42E4-5EDC-9CF7-044602609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204"/>
            <a:ext cx="10178322" cy="35935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&lt;form method="post" action="</a:t>
            </a:r>
            <a:r>
              <a:rPr lang="en-US" dirty="0" err="1"/>
              <a:t>essaiStrucControle.php</a:t>
            </a:r>
            <a:r>
              <a:rPr lang="en-US" dirty="0"/>
              <a:t>"&gt;</a:t>
            </a:r>
          </a:p>
          <a:p>
            <a:r>
              <a:rPr lang="en-US" dirty="0"/>
              <a:t>&lt;input name="nom" type="text"&gt;</a:t>
            </a:r>
          </a:p>
          <a:p>
            <a:r>
              <a:rPr lang="en-US" dirty="0"/>
              <a:t>&lt;input type="submit" value="</a:t>
            </a:r>
            <a:r>
              <a:rPr lang="en-US" dirty="0" err="1"/>
              <a:t>valider</a:t>
            </a:r>
            <a:r>
              <a:rPr lang="en-US" dirty="0"/>
              <a:t>"&gt;</a:t>
            </a:r>
          </a:p>
          <a:p>
            <a:r>
              <a:rPr lang="en-US" dirty="0"/>
              <a:t>&lt;/form&gt;</a:t>
            </a:r>
          </a:p>
          <a:p>
            <a:endParaRPr lang="en-US" dirty="0"/>
          </a:p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$nom=$_POST['nom'];</a:t>
            </a:r>
          </a:p>
          <a:p>
            <a:r>
              <a:rPr lang="en-US" dirty="0"/>
              <a:t>if ($nom=="quit") {echo "ok";}</a:t>
            </a:r>
          </a:p>
          <a:p>
            <a:r>
              <a:rPr lang="en-US" dirty="0"/>
              <a:t>else echo "$nom";</a:t>
            </a:r>
          </a:p>
          <a:p>
            <a:endParaRPr lang="en-US" dirty="0"/>
          </a:p>
          <a:p>
            <a:r>
              <a:rPr lang="en-US" dirty="0"/>
              <a:t>?&gt;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1D64AF-D792-5307-7715-4BEA348A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727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A54BA-E04E-025B-5DC9-42464A1B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Lancer un script </a:t>
            </a:r>
            <a:r>
              <a:rPr lang="fr-FR" dirty="0" err="1"/>
              <a:t>php</a:t>
            </a:r>
            <a:r>
              <a:rPr lang="fr-FR" dirty="0"/>
              <a:t> en ligne de commande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14AC3FC0-319E-0E8D-BED1-14478F7BC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9112" y="2901950"/>
            <a:ext cx="6562725" cy="23622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F33B50-D03F-CB90-6DBE-256E27E2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477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D2E4A-5219-4ADB-9094-5F57DD2F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sessions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C2B8FE-F480-46FD-B051-E73185C85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s’agit d’un moyen de transmettre des données d’une page web à une autre.</a:t>
            </a:r>
          </a:p>
          <a:p>
            <a:r>
              <a:rPr lang="fr-FR" dirty="0"/>
              <a:t>Principe :</a:t>
            </a:r>
          </a:p>
          <a:p>
            <a:pPr lvl="1"/>
            <a:r>
              <a:rPr lang="fr-FR" dirty="0"/>
              <a:t>Lorsqu’un utilisateur se connecte à un site, une session est ouverte. Puis, pendant toute la durée de la navigation, l’utilisateur restera dans cette session. Si quelque chose doit être sauvegardé, à partir d’une page, alors le stockage est effectué dans un tableau appelé $_SESSION. Toutes les variables à stocker s’accumuleront dans ce même tableau pendant la session en cours.</a:t>
            </a:r>
          </a:p>
          <a:p>
            <a:endParaRPr lang="fr-FR" dirty="0"/>
          </a:p>
          <a:p>
            <a:r>
              <a:rPr lang="fr-FR" dirty="0"/>
              <a:t>Chaque page </a:t>
            </a:r>
            <a:r>
              <a:rPr lang="fr-FR" dirty="0" err="1"/>
              <a:t>php</a:t>
            </a:r>
            <a:r>
              <a:rPr lang="fr-FR" dirty="0"/>
              <a:t> commencera par la fonction : </a:t>
            </a:r>
            <a:r>
              <a:rPr lang="fr-FR" dirty="0" err="1"/>
              <a:t>session_start</a:t>
            </a:r>
            <a:r>
              <a:rPr lang="fr-FR" dirty="0"/>
              <a:t>()</a:t>
            </a:r>
          </a:p>
          <a:p>
            <a:r>
              <a:rPr lang="fr-FR" dirty="0"/>
              <a:t>Exemple de sauvegarde de donnée : $_SESSION[‘</a:t>
            </a:r>
            <a:r>
              <a:rPr lang="fr-FR"/>
              <a:t>nom’]=</a:t>
            </a:r>
            <a:r>
              <a:rPr lang="fr-FR" sz="2000">
                <a:effectLst/>
              </a:rPr>
              <a:t>"</a:t>
            </a:r>
            <a:r>
              <a:rPr lang="fr-FR"/>
              <a:t>nom1</a:t>
            </a:r>
            <a:r>
              <a:rPr lang="fr-FR" sz="2000">
                <a:effectLst/>
              </a:rPr>
              <a:t>"</a:t>
            </a:r>
            <a:r>
              <a:rPr lang="fr-FR"/>
              <a:t>; </a:t>
            </a:r>
            <a:r>
              <a:rPr lang="fr-FR" dirty="0"/>
              <a:t>$_SESSION[‘</a:t>
            </a:r>
            <a:r>
              <a:rPr lang="fr-FR" dirty="0" err="1"/>
              <a:t>age</a:t>
            </a:r>
            <a:r>
              <a:rPr lang="fr-FR" dirty="0"/>
              <a:t>’]=15;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DE51A8-81FA-982E-6614-D6DBE498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40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F140C-155A-4DC0-B4B9-84B0C3D7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 d’une session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CDE5033-B140-4635-BACD-A5ACF236B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612550"/>
              </p:ext>
            </p:extLst>
          </p:nvPr>
        </p:nvGraphicFramePr>
        <p:xfrm>
          <a:off x="317665" y="1874517"/>
          <a:ext cx="11556670" cy="47443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19378">
                  <a:extLst>
                    <a:ext uri="{9D8B030D-6E8A-4147-A177-3AD203B41FA5}">
                      <a16:colId xmlns:a16="http://schemas.microsoft.com/office/drawing/2014/main" val="2121763932"/>
                    </a:ext>
                  </a:extLst>
                </a:gridCol>
                <a:gridCol w="3546577">
                  <a:extLst>
                    <a:ext uri="{9D8B030D-6E8A-4147-A177-3AD203B41FA5}">
                      <a16:colId xmlns:a16="http://schemas.microsoft.com/office/drawing/2014/main" val="567190632"/>
                    </a:ext>
                  </a:extLst>
                </a:gridCol>
                <a:gridCol w="3490715">
                  <a:extLst>
                    <a:ext uri="{9D8B030D-6E8A-4147-A177-3AD203B41FA5}">
                      <a16:colId xmlns:a16="http://schemas.microsoft.com/office/drawing/2014/main" val="2661914476"/>
                    </a:ext>
                  </a:extLst>
                </a:gridCol>
              </a:tblGrid>
              <a:tr h="2778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Code html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Code </a:t>
                      </a:r>
                      <a:r>
                        <a:rPr lang="fr-FR" sz="1600" dirty="0" err="1">
                          <a:effectLst/>
                        </a:rPr>
                        <a:t>php</a:t>
                      </a:r>
                      <a:r>
                        <a:rPr lang="fr-FR" sz="1600" dirty="0">
                          <a:effectLst/>
                        </a:rPr>
                        <a:t> de </a:t>
                      </a:r>
                      <a:r>
                        <a:rPr lang="fr-FR" sz="1600" dirty="0" err="1">
                          <a:effectLst/>
                        </a:rPr>
                        <a:t>fichier.php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Code </a:t>
                      </a:r>
                      <a:r>
                        <a:rPr lang="fr-FR" sz="16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php</a:t>
                      </a:r>
                      <a:r>
                        <a:rPr lang="fr-FR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 fichier2.php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3928602"/>
                  </a:ext>
                </a:extLst>
              </a:tr>
              <a:tr h="36894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&lt;html&gt;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</a:t>
                      </a:r>
                      <a:r>
                        <a:rPr lang="fr-FR" sz="1600" dirty="0" err="1">
                          <a:effectLst/>
                        </a:rPr>
                        <a:t>head</a:t>
                      </a:r>
                      <a:r>
                        <a:rPr lang="fr-FR" sz="1600" dirty="0">
                          <a:effectLst/>
                        </a:rPr>
                        <a:t>&gt;&lt;/</a:t>
                      </a:r>
                      <a:r>
                        <a:rPr lang="fr-FR" sz="1600" dirty="0" err="1">
                          <a:effectLst/>
                        </a:rPr>
                        <a:t>head</a:t>
                      </a:r>
                      <a:r>
                        <a:rPr lang="fr-FR" sz="1600" dirty="0">
                          <a:effectLst/>
                        </a:rPr>
                        <a:t>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&lt;body&gt;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</a:t>
                      </a:r>
                      <a:r>
                        <a:rPr lang="fr-FR" sz="1600" dirty="0" err="1">
                          <a:effectLst/>
                        </a:rPr>
                        <a:t>form</a:t>
                      </a:r>
                      <a:r>
                        <a:rPr lang="fr-FR" sz="1600" dirty="0">
                          <a:effectLst/>
                        </a:rPr>
                        <a:t> </a:t>
                      </a:r>
                      <a:r>
                        <a:rPr lang="fr-FR" sz="1600" dirty="0" err="1">
                          <a:effectLst/>
                        </a:rPr>
                        <a:t>method</a:t>
                      </a:r>
                      <a:r>
                        <a:rPr lang="fr-FR" sz="1600" dirty="0">
                          <a:effectLst/>
                        </a:rPr>
                        <a:t>="</a:t>
                      </a:r>
                      <a:r>
                        <a:rPr lang="fr-FR" sz="1600" dirty="0" err="1">
                          <a:effectLst/>
                        </a:rPr>
                        <a:t>get</a:t>
                      </a:r>
                      <a:r>
                        <a:rPr lang="fr-FR" sz="1600" dirty="0">
                          <a:effectLst/>
                        </a:rPr>
                        <a:t>" action="</a:t>
                      </a:r>
                      <a:r>
                        <a:rPr lang="fr-FR" sz="1600" dirty="0" err="1">
                          <a:effectLst/>
                        </a:rPr>
                        <a:t>fichier.php</a:t>
                      </a:r>
                      <a:r>
                        <a:rPr lang="fr-FR" sz="1600" dirty="0">
                          <a:effectLst/>
                        </a:rPr>
                        <a:t>"&gt;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&lt;select </a:t>
                      </a:r>
                      <a:r>
                        <a:rPr lang="fr-FR" sz="1600" dirty="0" err="1">
                          <a:effectLst/>
                        </a:rPr>
                        <a:t>name</a:t>
                      </a:r>
                      <a:r>
                        <a:rPr lang="fr-FR" sz="1600" dirty="0">
                          <a:effectLst/>
                        </a:rPr>
                        <a:t>="choix"&gt;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&lt;option&gt;choix1&lt;/option&gt;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&lt;option&gt;choix2&lt;/option&gt;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&lt;option&gt;choix3&lt;/option&gt;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&lt;/select&gt;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&lt;input type="</a:t>
                      </a:r>
                      <a:r>
                        <a:rPr lang="fr-FR" sz="1600" dirty="0" err="1">
                          <a:effectLst/>
                        </a:rPr>
                        <a:t>text</a:t>
                      </a:r>
                      <a:r>
                        <a:rPr lang="fr-FR" sz="1600" dirty="0">
                          <a:effectLst/>
                        </a:rPr>
                        <a:t>"  </a:t>
                      </a:r>
                      <a:r>
                        <a:rPr lang="fr-FR" sz="1600" dirty="0" err="1">
                          <a:effectLst/>
                        </a:rPr>
                        <a:t>name</a:t>
                      </a:r>
                      <a:r>
                        <a:rPr lang="fr-FR" sz="1600" dirty="0">
                          <a:effectLst/>
                        </a:rPr>
                        <a:t>="nom"  /&gt;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>
                          <a:effectLst/>
                        </a:rPr>
                        <a:t>&lt;input type="</a:t>
                      </a:r>
                      <a:r>
                        <a:rPr lang="fr-FR" sz="1600" dirty="0" err="1">
                          <a:effectLst/>
                        </a:rPr>
                        <a:t>text</a:t>
                      </a:r>
                      <a:r>
                        <a:rPr lang="fr-FR" sz="1600" dirty="0">
                          <a:effectLst/>
                        </a:rPr>
                        <a:t>"  </a:t>
                      </a:r>
                      <a:r>
                        <a:rPr lang="fr-FR" sz="1600" dirty="0" err="1">
                          <a:effectLst/>
                        </a:rPr>
                        <a:t>name</a:t>
                      </a:r>
                      <a:r>
                        <a:rPr lang="fr-FR" sz="1600" dirty="0">
                          <a:effectLst/>
                        </a:rPr>
                        <a:t>="</a:t>
                      </a:r>
                      <a:r>
                        <a:rPr lang="fr-FR" sz="1600" dirty="0" err="1">
                          <a:effectLst/>
                        </a:rPr>
                        <a:t>prenom</a:t>
                      </a:r>
                      <a:r>
                        <a:rPr lang="fr-FR" sz="1600" dirty="0">
                          <a:effectLst/>
                        </a:rPr>
                        <a:t>"  /&gt;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&lt;input type="</a:t>
                      </a:r>
                      <a:r>
                        <a:rPr lang="fr-FR" sz="1600" dirty="0" err="1">
                          <a:effectLst/>
                        </a:rPr>
                        <a:t>submit</a:t>
                      </a:r>
                      <a:r>
                        <a:rPr lang="fr-FR" sz="1600" dirty="0">
                          <a:effectLst/>
                        </a:rPr>
                        <a:t>"  /&gt;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&lt;/</a:t>
                      </a:r>
                      <a:r>
                        <a:rPr lang="fr-FR" sz="1600" dirty="0" err="1">
                          <a:effectLst/>
                        </a:rPr>
                        <a:t>form</a:t>
                      </a:r>
                      <a:r>
                        <a:rPr lang="fr-FR" sz="1600" dirty="0">
                          <a:effectLst/>
                        </a:rPr>
                        <a:t>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&lt;/body&gt;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&lt;/html&gt;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&lt;?</a:t>
                      </a:r>
                      <a:r>
                        <a:rPr lang="fr-FR" sz="1600" dirty="0" err="1">
                          <a:effectLst/>
                        </a:rPr>
                        <a:t>php</a:t>
                      </a:r>
                      <a:endParaRPr lang="fr-F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effectLst/>
                        </a:rPr>
                        <a:t>session_start</a:t>
                      </a:r>
                      <a:r>
                        <a:rPr lang="fr-FR" sz="1600" dirty="0">
                          <a:effectLst/>
                        </a:rPr>
                        <a:t>(); //à ajouter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$choix=$_GET['choix’];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$nom=$_GET[‘nom’];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//à ajouter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$_SESSION[‘nom’]=$nom;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>
                          <a:effectLst/>
                        </a:rPr>
                        <a:t>$_SESSION[‘choix’]=$choix;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effectLst/>
                        </a:rPr>
                        <a:t>echo</a:t>
                      </a:r>
                      <a:r>
                        <a:rPr lang="fr-FR" sz="1600" dirty="0">
                          <a:effectLst/>
                        </a:rPr>
                        <a:t> $_SESSION[‘nom’];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//à ajouter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effectLst/>
                        </a:rPr>
                        <a:t>echo</a:t>
                      </a:r>
                      <a:r>
                        <a:rPr lang="fr-FR" sz="1600" dirty="0">
                          <a:effectLst/>
                        </a:rPr>
                        <a:t>  "</a:t>
                      </a:r>
                      <a:r>
                        <a:rPr lang="pt-BR" sz="1600" dirty="0">
                          <a:effectLst/>
                        </a:rPr>
                        <a:t>&lt;a href=\</a:t>
                      </a:r>
                      <a:r>
                        <a:rPr lang="fr-FR" sz="1600" dirty="0">
                          <a:effectLst/>
                        </a:rPr>
                        <a:t>"</a:t>
                      </a:r>
                      <a:r>
                        <a:rPr lang="pt-BR" sz="1600" dirty="0">
                          <a:effectLst/>
                        </a:rPr>
                        <a:t>fichier2.php\"&gt;vers fichier2.php&lt;/a&gt;</a:t>
                      </a:r>
                      <a:r>
                        <a:rPr lang="fr-FR" sz="1600" dirty="0">
                          <a:effectLst/>
                        </a:rPr>
                        <a:t>" 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?&gt;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&lt;?</a:t>
                      </a:r>
                      <a:r>
                        <a:rPr lang="fr-FR" sz="1600" dirty="0" err="1">
                          <a:effectLst/>
                        </a:rPr>
                        <a:t>php</a:t>
                      </a:r>
                      <a:endParaRPr lang="fr-F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effectLst/>
                        </a:rPr>
                        <a:t>session_start</a:t>
                      </a:r>
                      <a:r>
                        <a:rPr lang="fr-FR" sz="1600" dirty="0">
                          <a:effectLst/>
                        </a:rPr>
                        <a:t>();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effectLst/>
                        </a:rPr>
                        <a:t>echo</a:t>
                      </a:r>
                      <a:r>
                        <a:rPr lang="fr-FR" sz="1600" dirty="0">
                          <a:effectLst/>
                        </a:rPr>
                        <a:t> $_SESSION[‘nom’]. "&lt;</a:t>
                      </a:r>
                      <a:r>
                        <a:rPr lang="fr-FR" sz="1600" dirty="0" err="1">
                          <a:effectLst/>
                        </a:rPr>
                        <a:t>br</a:t>
                      </a:r>
                      <a:r>
                        <a:rPr lang="fr-FR" sz="1600" dirty="0">
                          <a:effectLst/>
                        </a:rPr>
                        <a:t> /&gt;";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err="1">
                          <a:effectLst/>
                        </a:rPr>
                        <a:t>echo</a:t>
                      </a:r>
                      <a:r>
                        <a:rPr lang="fr-FR" sz="1600" dirty="0">
                          <a:effectLst/>
                        </a:rPr>
                        <a:t> $_SESSION[‘choix’]. "&lt;</a:t>
                      </a:r>
                      <a:r>
                        <a:rPr lang="fr-FR" sz="1600" dirty="0" err="1">
                          <a:effectLst/>
                        </a:rPr>
                        <a:t>br</a:t>
                      </a:r>
                      <a:r>
                        <a:rPr lang="fr-FR" sz="1600" dirty="0">
                          <a:effectLst/>
                        </a:rPr>
                        <a:t> /&gt;";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?&gt;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0697842"/>
                  </a:ext>
                </a:extLst>
              </a:tr>
              <a:tr h="2778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 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 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133844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AEE02E2-9290-97CA-2003-833088EC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8277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A9E9E5-D862-47F7-9781-4C458BC6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cookies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B6B2B9-8B99-4E58-B8FE-19052B2B4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Création : </a:t>
            </a:r>
            <a:r>
              <a:rPr lang="fr-FR" dirty="0" err="1"/>
              <a:t>setcookie</a:t>
            </a:r>
            <a:r>
              <a:rPr lang="fr-FR" dirty="0"/>
              <a:t>(‘</a:t>
            </a:r>
            <a:r>
              <a:rPr lang="fr-FR" dirty="0" err="1"/>
              <a:t>nomDuCookie</a:t>
            </a:r>
            <a:r>
              <a:rPr lang="fr-FR" dirty="0"/>
              <a:t>’,’</a:t>
            </a:r>
            <a:r>
              <a:rPr lang="fr-FR" dirty="0" err="1"/>
              <a:t>ValeurDuCookie</a:t>
            </a:r>
            <a:r>
              <a:rPr lang="fr-FR" dirty="0"/>
              <a:t>’, time() + 365*24*3600,null,null,false,true);</a:t>
            </a:r>
          </a:p>
          <a:p>
            <a:r>
              <a:rPr lang="fr-FR" dirty="0"/>
              <a:t>Affichage du cookie : </a:t>
            </a:r>
            <a:r>
              <a:rPr lang="fr-FR" dirty="0" err="1"/>
              <a:t>echo</a:t>
            </a:r>
            <a:r>
              <a:rPr lang="fr-FR" dirty="0"/>
              <a:t> $_COOKIE[‘</a:t>
            </a:r>
            <a:r>
              <a:rPr lang="fr-FR" dirty="0" err="1"/>
              <a:t>nomDuCookie</a:t>
            </a:r>
            <a:r>
              <a:rPr lang="fr-FR" dirty="0"/>
              <a:t>’];</a:t>
            </a:r>
          </a:p>
          <a:p>
            <a:r>
              <a:rPr lang="fr-FR" dirty="0"/>
              <a:t>Gestion des cookies : </a:t>
            </a:r>
            <a:r>
              <a:rPr lang="fr-FR" dirty="0">
                <a:hlinkClick r:id="rId2"/>
              </a:rPr>
              <a:t>https://www.commentcamarche.net/securite/confidentialite/671-supprimer-les-cookies-dans-un-navigateur-web/</a:t>
            </a:r>
            <a:endParaRPr lang="fr-FR" dirty="0"/>
          </a:p>
          <a:p>
            <a:r>
              <a:rPr lang="fr-FR" dirty="0"/>
              <a:t>L’emplacement des cookies sur le disque dépend du navigateur utilisé</a:t>
            </a:r>
          </a:p>
          <a:p>
            <a:r>
              <a:rPr lang="fr-FR" dirty="0"/>
              <a:t>Stockage des cookies : </a:t>
            </a:r>
            <a:r>
              <a:rPr lang="fr-FR" dirty="0">
                <a:hlinkClick r:id="rId3"/>
              </a:rPr>
              <a:t>https://www.malekal.com/ou-sont-stockes-les-cookies-dans-windows-10-11-pour-tous-les-navigateurs-internet/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0404D9-5279-DC55-BCCC-F9290C43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15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A8D335-ABD4-41EE-B055-F65920A4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98300"/>
            <a:ext cx="10178322" cy="1492132"/>
          </a:xfrm>
        </p:spPr>
        <p:txBody>
          <a:bodyPr/>
          <a:lstStyle/>
          <a:p>
            <a:pPr algn="ctr"/>
            <a:r>
              <a:rPr lang="fr-FR" dirty="0"/>
              <a:t>Lien avec MySQL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4BE681-E5D7-4EB0-95B5-FA19F43BC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31651"/>
            <a:ext cx="10178322" cy="5116650"/>
          </a:xfrm>
        </p:spPr>
        <p:txBody>
          <a:bodyPr>
            <a:normAutofit/>
          </a:bodyPr>
          <a:lstStyle/>
          <a:p>
            <a:r>
              <a:rPr lang="fr-FR" dirty="0"/>
              <a:t>Installer le paquet : </a:t>
            </a:r>
            <a:r>
              <a:rPr lang="fr-FR" dirty="0" err="1"/>
              <a:t>php-mysql</a:t>
            </a:r>
            <a:endParaRPr lang="fr-FR" dirty="0"/>
          </a:p>
          <a:p>
            <a:r>
              <a:rPr lang="fr-FR" dirty="0"/>
              <a:t>Création d’un mot de passe </a:t>
            </a:r>
            <a:r>
              <a:rPr lang="fr-FR"/>
              <a:t>pour l’utilisateur root : </a:t>
            </a:r>
            <a:endParaRPr lang="fr-FR" dirty="0"/>
          </a:p>
          <a:p>
            <a:r>
              <a:rPr lang="fr-FR" dirty="0" err="1"/>
              <a:t>MariaDB</a:t>
            </a:r>
            <a:r>
              <a:rPr lang="fr-FR" dirty="0"/>
              <a:t> :  alter user ‘</a:t>
            </a:r>
            <a:r>
              <a:rPr lang="fr-FR" dirty="0" err="1"/>
              <a:t>root’@’localhost</a:t>
            </a:r>
            <a:r>
              <a:rPr lang="fr-FR" dirty="0"/>
              <a:t>’ IDENTIFIED BY ‘root’;</a:t>
            </a:r>
          </a:p>
          <a:p>
            <a:r>
              <a:rPr lang="fr-FR" dirty="0"/>
              <a:t>MySQL : alter user ‘</a:t>
            </a:r>
            <a:r>
              <a:rPr lang="fr-FR" dirty="0" err="1"/>
              <a:t>root’@’localhost</a:t>
            </a:r>
            <a:r>
              <a:rPr lang="fr-FR" dirty="0"/>
              <a:t>’ IDENTIFIED WITH </a:t>
            </a:r>
            <a:r>
              <a:rPr lang="fr-FR" dirty="0" err="1"/>
              <a:t>mysql_native_password</a:t>
            </a:r>
            <a:r>
              <a:rPr lang="fr-FR" dirty="0"/>
              <a:t> BY ‘root’;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9DD738-6C58-1851-D4B3-C9F1A998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022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3A48A-C04E-49B8-9AA3-B47A9D48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L’affichage des résultats 1 : la connexion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6B5E4A-E145-424C-862B-54A4F18AA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601098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&lt;?</a:t>
            </a:r>
            <a:r>
              <a:rPr lang="fr-FR" dirty="0" err="1"/>
              <a:t>php</a:t>
            </a:r>
            <a:endParaRPr lang="fr-FR" dirty="0"/>
          </a:p>
          <a:p>
            <a:r>
              <a:rPr lang="fr-FR" dirty="0"/>
              <a:t>// Informations de connexion à la base de données</a:t>
            </a:r>
          </a:p>
          <a:p>
            <a:r>
              <a:rPr lang="fr-FR" dirty="0"/>
              <a:t>$serveur = "localhost"; // Adresse du serveur MySQL</a:t>
            </a:r>
          </a:p>
          <a:p>
            <a:r>
              <a:rPr lang="fr-FR" dirty="0"/>
              <a:t>$utilisateur = "root"; // Nom d'utilisateur MySQL</a:t>
            </a:r>
          </a:p>
          <a:p>
            <a:r>
              <a:rPr lang="fr-FR" dirty="0"/>
              <a:t>$</a:t>
            </a:r>
            <a:r>
              <a:rPr lang="fr-FR" dirty="0" err="1"/>
              <a:t>mot_de_passe</a:t>
            </a:r>
            <a:r>
              <a:rPr lang="fr-FR" dirty="0"/>
              <a:t> = "olivier"; // Mot de passe MySQL</a:t>
            </a:r>
          </a:p>
          <a:p>
            <a:r>
              <a:rPr lang="fr-FR" dirty="0"/>
              <a:t>$</a:t>
            </a:r>
            <a:r>
              <a:rPr lang="fr-FR" dirty="0" err="1"/>
              <a:t>base_de_donnees</a:t>
            </a:r>
            <a:r>
              <a:rPr lang="fr-FR" dirty="0"/>
              <a:t> = "</a:t>
            </a:r>
            <a:r>
              <a:rPr lang="fr-FR" dirty="0" err="1"/>
              <a:t>bts</a:t>
            </a:r>
            <a:r>
              <a:rPr lang="fr-FR" dirty="0"/>
              <a:t>"; // Nom de la base de données</a:t>
            </a:r>
          </a:p>
          <a:p>
            <a:endParaRPr lang="fr-FR" dirty="0"/>
          </a:p>
          <a:p>
            <a:r>
              <a:rPr lang="fr-FR" dirty="0"/>
              <a:t>// Connexion à la base de données</a:t>
            </a:r>
          </a:p>
          <a:p>
            <a:r>
              <a:rPr lang="fr-FR" dirty="0"/>
              <a:t>$connexion = new </a:t>
            </a:r>
            <a:r>
              <a:rPr lang="fr-FR" dirty="0" err="1"/>
              <a:t>mysqli</a:t>
            </a:r>
            <a:r>
              <a:rPr lang="fr-FR" dirty="0"/>
              <a:t>($serveur, $utilisateur, $</a:t>
            </a:r>
            <a:r>
              <a:rPr lang="fr-FR" dirty="0" err="1"/>
              <a:t>mot_de_passe</a:t>
            </a:r>
            <a:r>
              <a:rPr lang="fr-FR" dirty="0"/>
              <a:t>, $</a:t>
            </a:r>
            <a:r>
              <a:rPr lang="fr-FR" dirty="0" err="1"/>
              <a:t>base_de_donnees</a:t>
            </a:r>
            <a:r>
              <a:rPr lang="fr-FR" dirty="0"/>
              <a:t>);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// Vérifier la connexion</a:t>
            </a:r>
          </a:p>
          <a:p>
            <a:r>
              <a:rPr lang="fr-FR" dirty="0"/>
              <a:t>if ($connexion-&gt;</a:t>
            </a:r>
            <a:r>
              <a:rPr lang="fr-FR" dirty="0" err="1"/>
              <a:t>connect_error</a:t>
            </a:r>
            <a:r>
              <a:rPr lang="fr-FR" dirty="0"/>
              <a:t>) {</a:t>
            </a:r>
          </a:p>
          <a:p>
            <a:r>
              <a:rPr lang="fr-FR" dirty="0"/>
              <a:t>    die("Échec de la connexion : " . $connexion-&gt;</a:t>
            </a:r>
            <a:r>
              <a:rPr lang="fr-FR" dirty="0" err="1"/>
              <a:t>connect_error</a:t>
            </a:r>
            <a:r>
              <a:rPr lang="fr-FR" dirty="0"/>
              <a:t>);</a:t>
            </a:r>
          </a:p>
          <a:p>
            <a:r>
              <a:rPr lang="fr-FR" dirty="0"/>
              <a:t>}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5950D9-BBA3-6705-34D6-455E1B63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18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2A7380-C2FC-3839-3E9E-3D9F105C3A80}"/>
              </a:ext>
            </a:extLst>
          </p:cNvPr>
          <p:cNvSpPr txBox="1"/>
          <p:nvPr/>
        </p:nvSpPr>
        <p:spPr>
          <a:xfrm>
            <a:off x="163902" y="16648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385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648B9D-D346-C8E4-742B-D5B5775C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L’affichage des résultats 2 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EBD14A-925B-0416-5F23-2A658171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19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992488-98DD-8424-ED24-CABF9BA5FE24}"/>
              </a:ext>
            </a:extLst>
          </p:cNvPr>
          <p:cNvSpPr txBox="1"/>
          <p:nvPr/>
        </p:nvSpPr>
        <p:spPr>
          <a:xfrm>
            <a:off x="828136" y="1128451"/>
            <a:ext cx="7007046" cy="7294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// Requête SQL pour sélectionner toutes les lignes de la table "étudiants"</a:t>
            </a:r>
          </a:p>
          <a:p>
            <a:r>
              <a:rPr lang="fr-FR" dirty="0"/>
              <a:t>$</a:t>
            </a:r>
            <a:r>
              <a:rPr lang="fr-FR" dirty="0" err="1"/>
              <a:t>sql</a:t>
            </a:r>
            <a:r>
              <a:rPr lang="fr-FR" dirty="0"/>
              <a:t> = "SELECT * FROM </a:t>
            </a:r>
            <a:r>
              <a:rPr lang="fr-FR" dirty="0" err="1"/>
              <a:t>etudiants</a:t>
            </a:r>
            <a:r>
              <a:rPr lang="fr-FR" dirty="0"/>
              <a:t>";</a:t>
            </a:r>
          </a:p>
          <a:p>
            <a:endParaRPr lang="fr-FR" dirty="0"/>
          </a:p>
          <a:p>
            <a:r>
              <a:rPr lang="fr-FR" dirty="0"/>
              <a:t>// Exécution de la requête</a:t>
            </a:r>
          </a:p>
          <a:p>
            <a:r>
              <a:rPr lang="fr-FR" dirty="0"/>
              <a:t>$</a:t>
            </a:r>
            <a:r>
              <a:rPr lang="fr-FR" dirty="0" err="1"/>
              <a:t>resultat</a:t>
            </a:r>
            <a:r>
              <a:rPr lang="fr-FR" dirty="0"/>
              <a:t> = $connexion-&gt;</a:t>
            </a:r>
            <a:r>
              <a:rPr lang="fr-FR" dirty="0" err="1"/>
              <a:t>query</a:t>
            </a:r>
            <a:r>
              <a:rPr lang="fr-FR" dirty="0"/>
              <a:t>($</a:t>
            </a:r>
            <a:r>
              <a:rPr lang="fr-FR" dirty="0" err="1"/>
              <a:t>sql</a:t>
            </a:r>
            <a:r>
              <a:rPr lang="fr-FR" dirty="0"/>
              <a:t>);</a:t>
            </a:r>
          </a:p>
          <a:p>
            <a:r>
              <a:rPr lang="fr-FR" dirty="0"/>
              <a:t>//</a:t>
            </a:r>
            <a:r>
              <a:rPr lang="fr-FR" dirty="0" err="1"/>
              <a:t>echo</a:t>
            </a:r>
            <a:r>
              <a:rPr lang="fr-FR" dirty="0"/>
              <a:t> "toto";</a:t>
            </a:r>
          </a:p>
          <a:p>
            <a:r>
              <a:rPr lang="fr-FR" dirty="0"/>
              <a:t>// Vérifier si la requête s'est exécutée avec succès</a:t>
            </a:r>
          </a:p>
          <a:p>
            <a:r>
              <a:rPr lang="fr-FR" dirty="0"/>
              <a:t>if ($</a:t>
            </a:r>
            <a:r>
              <a:rPr lang="fr-FR" dirty="0" err="1"/>
              <a:t>resultat</a:t>
            </a:r>
            <a:r>
              <a:rPr lang="fr-FR" dirty="0"/>
              <a:t>) {</a:t>
            </a:r>
          </a:p>
          <a:p>
            <a:r>
              <a:rPr lang="fr-FR" dirty="0"/>
              <a:t>    // Afficher les données</a:t>
            </a:r>
          </a:p>
          <a:p>
            <a:r>
              <a:rPr lang="fr-FR" dirty="0"/>
              <a:t>    </a:t>
            </a:r>
            <a:r>
              <a:rPr lang="fr-FR" dirty="0" err="1"/>
              <a:t>echo</a:t>
            </a:r>
            <a:r>
              <a:rPr lang="fr-FR" dirty="0"/>
              <a:t> "&lt;table border='1'&gt;";</a:t>
            </a:r>
          </a:p>
          <a:p>
            <a:r>
              <a:rPr lang="fr-FR" dirty="0"/>
              <a:t>    </a:t>
            </a:r>
            <a:r>
              <a:rPr lang="fr-FR" dirty="0" err="1"/>
              <a:t>echo</a:t>
            </a:r>
            <a:r>
              <a:rPr lang="fr-FR" dirty="0"/>
              <a:t> "&lt;tr&gt;&lt;th&gt;ID&lt;/th&gt;&lt;th&gt;noms&lt;/th&gt;&lt;th&gt;prénoms&lt;/th&gt;&lt;/tr&gt;";</a:t>
            </a:r>
          </a:p>
          <a:p>
            <a:r>
              <a:rPr lang="fr-FR" dirty="0"/>
              <a:t>    </a:t>
            </a:r>
            <a:r>
              <a:rPr lang="fr-FR" dirty="0" err="1"/>
              <a:t>while</a:t>
            </a:r>
            <a:r>
              <a:rPr lang="fr-FR" dirty="0"/>
              <a:t> ($ligne = $</a:t>
            </a:r>
            <a:r>
              <a:rPr lang="fr-FR" dirty="0" err="1"/>
              <a:t>resultat</a:t>
            </a:r>
            <a:r>
              <a:rPr lang="fr-FR" dirty="0"/>
              <a:t>-&gt;</a:t>
            </a:r>
            <a:r>
              <a:rPr lang="fr-FR" dirty="0" err="1"/>
              <a:t>fetch_assoc</a:t>
            </a:r>
            <a:r>
              <a:rPr lang="fr-FR" dirty="0"/>
              <a:t>()) {</a:t>
            </a:r>
          </a:p>
          <a:p>
            <a:r>
              <a:rPr lang="fr-FR" dirty="0"/>
              <a:t>        </a:t>
            </a:r>
            <a:r>
              <a:rPr lang="fr-FR" dirty="0" err="1"/>
              <a:t>echo</a:t>
            </a:r>
            <a:r>
              <a:rPr lang="fr-FR" dirty="0"/>
              <a:t> "&lt;tr&gt;";</a:t>
            </a:r>
          </a:p>
          <a:p>
            <a:r>
              <a:rPr lang="fr-FR" dirty="0"/>
              <a:t>        </a:t>
            </a:r>
            <a:r>
              <a:rPr lang="fr-FR" dirty="0" err="1"/>
              <a:t>echo</a:t>
            </a:r>
            <a:r>
              <a:rPr lang="fr-FR" dirty="0"/>
              <a:t> "&lt;td&gt;" . $ligne["id"] . "&lt;/td&gt;";</a:t>
            </a:r>
          </a:p>
          <a:p>
            <a:r>
              <a:rPr lang="fr-FR" dirty="0"/>
              <a:t>        </a:t>
            </a:r>
            <a:r>
              <a:rPr lang="fr-FR" dirty="0" err="1"/>
              <a:t>echo</a:t>
            </a:r>
            <a:r>
              <a:rPr lang="fr-FR" dirty="0"/>
              <a:t> "&lt;td&gt;" . $ligne["noms"] . "&lt;/td&gt;";</a:t>
            </a:r>
          </a:p>
          <a:p>
            <a:r>
              <a:rPr lang="fr-FR" dirty="0"/>
              <a:t>	</a:t>
            </a:r>
            <a:r>
              <a:rPr lang="fr-FR" dirty="0" err="1"/>
              <a:t>echo</a:t>
            </a:r>
            <a:r>
              <a:rPr lang="fr-FR" dirty="0"/>
              <a:t> "&lt;td&gt;" . $ligne["</a:t>
            </a:r>
            <a:r>
              <a:rPr lang="fr-FR" dirty="0" err="1"/>
              <a:t>prenoms</a:t>
            </a:r>
            <a:r>
              <a:rPr lang="fr-FR" dirty="0"/>
              <a:t>"] . "&lt;/td&gt;";</a:t>
            </a:r>
          </a:p>
          <a:p>
            <a:endParaRPr lang="fr-FR" dirty="0"/>
          </a:p>
          <a:p>
            <a:r>
              <a:rPr lang="fr-FR" dirty="0"/>
              <a:t>        </a:t>
            </a:r>
            <a:r>
              <a:rPr lang="fr-FR" dirty="0" err="1"/>
              <a:t>echo</a:t>
            </a:r>
            <a:r>
              <a:rPr lang="fr-FR" dirty="0"/>
              <a:t> "&lt;/tr&gt;";</a:t>
            </a:r>
          </a:p>
          <a:p>
            <a:r>
              <a:rPr lang="fr-FR" dirty="0"/>
              <a:t>    }</a:t>
            </a:r>
          </a:p>
          <a:p>
            <a:r>
              <a:rPr lang="fr-FR" dirty="0"/>
              <a:t>    </a:t>
            </a:r>
            <a:r>
              <a:rPr lang="fr-FR" dirty="0" err="1"/>
              <a:t>echo</a:t>
            </a:r>
            <a:r>
              <a:rPr lang="fr-FR" dirty="0"/>
              <a:t> "&lt;/table&gt;";</a:t>
            </a:r>
          </a:p>
          <a:p>
            <a:endParaRPr lang="fr-FR" dirty="0"/>
          </a:p>
          <a:p>
            <a:r>
              <a:rPr lang="fr-FR" dirty="0"/>
              <a:t>    // Libérer le résultat</a:t>
            </a:r>
          </a:p>
          <a:p>
            <a:r>
              <a:rPr lang="fr-FR" dirty="0"/>
              <a:t>    $</a:t>
            </a:r>
            <a:r>
              <a:rPr lang="fr-FR" dirty="0" err="1"/>
              <a:t>resultat</a:t>
            </a:r>
            <a:r>
              <a:rPr lang="fr-FR" dirty="0"/>
              <a:t>-&gt;close();</a:t>
            </a:r>
          </a:p>
          <a:p>
            <a:r>
              <a:rPr lang="fr-FR" dirty="0"/>
              <a:t>} </a:t>
            </a:r>
            <a:r>
              <a:rPr lang="fr-FR" dirty="0" err="1"/>
              <a:t>else</a:t>
            </a:r>
            <a:r>
              <a:rPr lang="fr-FR" dirty="0"/>
              <a:t> {</a:t>
            </a:r>
          </a:p>
          <a:p>
            <a:r>
              <a:rPr lang="fr-FR" dirty="0"/>
              <a:t>    </a:t>
            </a:r>
            <a:r>
              <a:rPr lang="fr-FR" dirty="0" err="1"/>
              <a:t>echo</a:t>
            </a:r>
            <a:r>
              <a:rPr lang="fr-FR" dirty="0"/>
              <a:t> "Erreur dans la requête : " . $connexion-&gt;</a:t>
            </a:r>
            <a:r>
              <a:rPr lang="fr-FR" dirty="0" err="1"/>
              <a:t>error</a:t>
            </a:r>
            <a:r>
              <a:rPr lang="fr-FR" dirty="0"/>
              <a:t>;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8038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7D6B94-35CE-4812-AA75-3EDBB52D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Orienté Objet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F106F6-F604-4E87-BDEA-F603729D4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nom_classe</a:t>
            </a:r>
            <a:r>
              <a:rPr lang="fr-FR" dirty="0"/>
              <a:t>{</a:t>
            </a:r>
          </a:p>
          <a:p>
            <a:r>
              <a:rPr lang="fr-FR" dirty="0"/>
              <a:t>//attributs privés</a:t>
            </a:r>
          </a:p>
          <a:p>
            <a:r>
              <a:rPr lang="fr-FR" dirty="0" err="1"/>
              <a:t>private</a:t>
            </a:r>
            <a:r>
              <a:rPr lang="fr-FR" dirty="0"/>
              <a:t> attribut1</a:t>
            </a:r>
          </a:p>
          <a:p>
            <a:r>
              <a:rPr lang="fr-FR" dirty="0"/>
              <a:t>//Méthodes publiques</a:t>
            </a:r>
          </a:p>
          <a:p>
            <a:r>
              <a:rPr lang="fr-FR" dirty="0"/>
              <a:t>//constructeur</a:t>
            </a:r>
          </a:p>
          <a:p>
            <a:r>
              <a:rPr lang="fr-FR" dirty="0"/>
              <a:t>}</a:t>
            </a:r>
          </a:p>
          <a:p>
            <a:r>
              <a:rPr lang="fr-FR" dirty="0"/>
              <a:t>Déclaration : </a:t>
            </a:r>
            <a:r>
              <a:rPr lang="fr-FR" dirty="0" err="1"/>
              <a:t>nom_classe</a:t>
            </a:r>
            <a:r>
              <a:rPr lang="fr-FR" dirty="0"/>
              <a:t> </a:t>
            </a:r>
            <a:r>
              <a:rPr lang="fr-FR" dirty="0" err="1"/>
              <a:t>nom_variable</a:t>
            </a:r>
            <a:r>
              <a:rPr lang="fr-FR" dirty="0"/>
              <a:t> = new </a:t>
            </a:r>
            <a:r>
              <a:rPr lang="fr-FR" dirty="0" err="1"/>
              <a:t>nom_classe</a:t>
            </a:r>
            <a:r>
              <a:rPr lang="fr-FR" dirty="0"/>
              <a:t>(arguments constructeur);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852151-14C7-D1BC-992C-C5541A88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D706-C1FE-455B-91B6-724D900FADE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08565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0</TotalTime>
  <Words>1754</Words>
  <Application>Microsoft Office PowerPoint</Application>
  <PresentationFormat>Grand écran</PresentationFormat>
  <Paragraphs>275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Consolas</vt:lpstr>
      <vt:lpstr>Gill Sans MT</vt:lpstr>
      <vt:lpstr>Impact</vt:lpstr>
      <vt:lpstr>Badge</vt:lpstr>
      <vt:lpstr>PHP</vt:lpstr>
      <vt:lpstr>Installation</vt:lpstr>
      <vt:lpstr>Les variables –  Les commentaires</vt:lpstr>
      <vt:lpstr>Premier script</vt:lpstr>
      <vt:lpstr>Les structures de contrôle</vt:lpstr>
      <vt:lpstr>Les structures de contrôle (suite)</vt:lpstr>
      <vt:lpstr>Les tableaux A une dimension</vt:lpstr>
      <vt:lpstr>Les tableaux A deux dimensions</vt:lpstr>
      <vt:lpstr>Les tableaux Associatifs</vt:lpstr>
      <vt:lpstr>Les fonctions</vt:lpstr>
      <vt:lpstr>Interaction entre html et php 1</vt:lpstr>
      <vt:lpstr>Interaction entre html et php 2</vt:lpstr>
      <vt:lpstr>Lancer un script php en ligne de commande</vt:lpstr>
      <vt:lpstr>Les sessions</vt:lpstr>
      <vt:lpstr>Principe d’une session</vt:lpstr>
      <vt:lpstr>Les cookies</vt:lpstr>
      <vt:lpstr>Lien avec MySQL</vt:lpstr>
      <vt:lpstr>L’affichage des résultats 1 : la connexion</vt:lpstr>
      <vt:lpstr>L’affichage des résultats 2 :</vt:lpstr>
      <vt:lpstr>Orienté Objet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Olivier Payet</dc:creator>
  <cp:lastModifiedBy>olivier Payet</cp:lastModifiedBy>
  <cp:revision>89</cp:revision>
  <cp:lastPrinted>2021-11-04T10:18:00Z</cp:lastPrinted>
  <dcterms:created xsi:type="dcterms:W3CDTF">2019-10-07T08:42:06Z</dcterms:created>
  <dcterms:modified xsi:type="dcterms:W3CDTF">2025-12-05T10:51:47Z</dcterms:modified>
</cp:coreProperties>
</file>