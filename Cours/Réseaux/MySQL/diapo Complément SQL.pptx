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1"/>
  </p:notesMasterIdLst>
  <p:sldIdLst>
    <p:sldId id="256" r:id="rId2"/>
    <p:sldId id="264" r:id="rId3"/>
    <p:sldId id="257" r:id="rId4"/>
    <p:sldId id="258" r:id="rId5"/>
    <p:sldId id="259" r:id="rId6"/>
    <p:sldId id="260" r:id="rId7"/>
    <p:sldId id="263" r:id="rId8"/>
    <p:sldId id="261" r:id="rId9"/>
    <p:sldId id="262" r:id="rId1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82" d="100"/>
          <a:sy n="82" d="100"/>
        </p:scale>
        <p:origin x="67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9DA1D4-D24F-49E4-9F58-4CEAB49032CE}" type="datetimeFigureOut">
              <a:rPr lang="fr-FR" smtClean="0"/>
              <a:t>01/02/2022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ABCAEE-ABA0-4615-8D89-7F43480BCB4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779670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CF634C4-9D7A-4D0D-BA91-EE365221C6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8A78D25-A081-4488-AD59-4BB30FB6C1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7142513-D912-4CE1-8C41-7BDA918AB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31D25-2D00-46E5-B934-A762660E5B83}" type="datetime1">
              <a:rPr lang="fr-FR" smtClean="0"/>
              <a:t>01/02/2022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421CE19-BA40-4C33-8C15-D1A537934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F616A18-A2B8-47C7-A00A-512391C5F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16427-EE66-4F1E-A0C1-D124FF32ABD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645219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D190E34-FC8E-49A6-851A-6FE2650C6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F43A432-5EC8-412F-AB25-53BDBD0226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2F3F661-54C2-46C9-9D69-73248D573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9B5FC-0AE7-4040-ABDC-A8F74124B4BB}" type="datetime1">
              <a:rPr lang="fr-FR" smtClean="0"/>
              <a:t>01/02/2022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EE60D1F-C8AD-4332-A215-81CED0A51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E681B05-32ED-46A9-95E7-B2C253B72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16427-EE66-4F1E-A0C1-D124FF32ABD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8341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14B420E-7E11-485A-B53B-2DC37CBF3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06B4EEA-E412-4F58-9494-56C5D1F1F6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13C681D-F147-48C7-BBE1-91855E0A3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B58E1-43D2-4292-881B-370092F5F1C5}" type="datetime1">
              <a:rPr lang="fr-FR" smtClean="0"/>
              <a:t>01/02/2022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7892F2C-2BA3-4990-A9F8-AB251F77D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93703ED-0536-458A-92E1-EA11DD2ED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16427-EE66-4F1E-A0C1-D124FF32ABD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138156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D9C66A5-0E7C-41F7-88FB-34E7C3C9E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F1273C8-7844-4B87-B500-FF3CDEA3E2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CB7F301-7EA3-40AC-A915-755389985A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A83AD8C-894C-463F-B448-CDDFD7ECB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5F843-AD2C-49F0-A33E-FC515E701C6C}" type="datetime1">
              <a:rPr lang="fr-FR" smtClean="0"/>
              <a:t>01/02/2022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AC2519E-8312-4BA5-912F-7AC31C077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5BE910F-CE12-48A1-B965-80C586E96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16427-EE66-4F1E-A0C1-D124FF32ABD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091040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6B6E09C-4322-40D6-8090-BBCB1D11A8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5358025-6FA3-4504-B61E-D254DA3B33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F9900E2-8659-43F9-ADD2-AAEEC78D9D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62C2292A-77B0-4629-AA16-6FC52625EC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F1265306-EBF1-4331-8A2B-7CC6A6FE88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B9528268-533B-42AE-BCD5-33B07C33C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90751-2B16-422E-9AB0-F24CE802A3E3}" type="datetime1">
              <a:rPr lang="fr-FR" smtClean="0"/>
              <a:t>01/02/2022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1A26D561-426D-4949-8FE0-F6BD08891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9D4E389F-1301-495A-A8E6-D7A3887FE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16427-EE66-4F1E-A0C1-D124FF32ABD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27583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335AD7D-E9D6-4068-B9B5-125B48C68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C64D594-C4F8-4E19-866D-49843151F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44137-FED9-4C4B-9077-01ADD80C5816}" type="datetime1">
              <a:rPr lang="fr-FR" smtClean="0"/>
              <a:t>01/02/2022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200E615-F5CD-4387-AA8C-0CE9D43EA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BE2C598-37B6-4DC2-ABD0-6D7FD5DF1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16427-EE66-4F1E-A0C1-D124FF32ABD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258159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1CEF5385-A61C-4905-A237-30204DF6B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638BA-CFE1-40A5-9C7B-2E145CB3A55A}" type="datetime1">
              <a:rPr lang="fr-FR" smtClean="0"/>
              <a:t>01/02/2022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BD9BB601-7005-4E25-817D-89062B414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98502CB-6AC2-49FE-997B-25C40C92E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16427-EE66-4F1E-A0C1-D124FF32ABD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87915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D396D67-FCDD-4551-A690-A615A5FF5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2C71971-FEEC-4F1F-878E-0835160A42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EE2540D-7BD8-45A6-A9BC-EA6D0A305B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38F1059-D315-486E-8A10-46120C630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F7C37-7647-4E37-B007-939C1345EC94}" type="datetime1">
              <a:rPr lang="fr-FR" smtClean="0"/>
              <a:t>01/02/2022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82686A6-1BB4-483E-8AD6-A77A3FCAB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D866900-AB4F-4FF7-B0D3-0E8C8BEA7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16427-EE66-4F1E-A0C1-D124FF32ABD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320685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EF70D6F-6386-4311-9833-4CCF69FB9F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14BA69F9-FB03-47D3-A21F-9333101C6D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A205623-168A-4C9E-AD26-AE1ECA08BB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A5AF869-3DD0-4A87-BB2C-80EA5837C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FC455-AF45-4B8C-95A2-7BFEACBBD91A}" type="datetime1">
              <a:rPr lang="fr-FR" smtClean="0"/>
              <a:t>01/02/2022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E02F032-7210-4F6D-AD16-AE8B2F241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11CF885-0DD5-46D8-BF01-CDA589A72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16427-EE66-4F1E-A0C1-D124FF32ABD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520486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022CC26-741F-453C-8766-931E5E517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7A3E86CC-5AB4-4FD0-9EFB-ACE098B7A7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97427E0-3D9B-467A-A1B5-02AA01B0D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D4DF5-2AF9-42DF-96E1-29DF65CECE2E}" type="datetime1">
              <a:rPr lang="fr-FR" smtClean="0"/>
              <a:t>01/02/2022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2B8C03F-054F-4AD5-B893-F1431361C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E806F14-25F4-4296-8CE4-F040734DE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16427-EE66-4F1E-A0C1-D124FF32ABD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747276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82039050-78B8-439C-8BB1-AA44AC475A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28B7379-BC53-46FF-A6A6-BC73CB61FC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C72385A-C94D-402A-A04C-130A1DCBA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74382-E9EB-4539-B033-D1B6B29105D7}" type="datetime1">
              <a:rPr lang="fr-FR" smtClean="0"/>
              <a:t>01/02/2022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1AFD9A5-D6BB-4A65-BB30-51A2974D96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D619216-762F-4081-A0D6-C096BD134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16427-EE66-4F1E-A0C1-D124FF32ABD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53891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B6883E17-7C5F-447B-A632-7F595C3CAB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041AD1B-11FA-4435-A6B2-F7DEDDA91A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A69B10C-2BDE-4F67-9BC1-B91F870EA8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4F66B6-F641-4728-9EB7-7AEC6CC01B24}" type="datetime1">
              <a:rPr lang="fr-FR" smtClean="0"/>
              <a:t>01/02/2022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55D2332-C1B9-412D-9327-A1F3B1F42F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8BF1037-8F0D-46C4-A191-B72BBAEAD0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E16427-EE66-4F1E-A0C1-D124FF32ABD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242562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C85F038-7849-477F-B35A-D6A0E7657F5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Complément SQL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4360E0E-689B-489B-BC9B-70F4BA13337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062368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0048CD0-8852-44C8-99E4-26F8380EA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Quelques commandes supplémentaires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132EFB3-B5BF-4B58-85B2-B502BBE93A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FR" dirty="0"/>
              <a:t>La moyenne :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Le nombre minimum d’un champ :</a:t>
            </a:r>
          </a:p>
          <a:p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r>
              <a:rPr lang="fr-FR" dirty="0"/>
              <a:t>Le nombre d ’éléments d’un champ :</a:t>
            </a:r>
          </a:p>
          <a:p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C898B174-F418-4656-AB25-0C5C4F5563D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8147" r="79175" b="57743"/>
          <a:stretch/>
        </p:blipFill>
        <p:spPr>
          <a:xfrm>
            <a:off x="6584871" y="4814996"/>
            <a:ext cx="4136839" cy="1677879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CD7AD70C-E16A-4138-89A7-F44C8FA06FB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2050" r="79903" b="32385"/>
          <a:stretch/>
        </p:blipFill>
        <p:spPr>
          <a:xfrm>
            <a:off x="6584871" y="2887138"/>
            <a:ext cx="3810879" cy="1698327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378EFB34-44C0-4B19-B73E-1690E087BA8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5098" r="80413"/>
          <a:stretch/>
        </p:blipFill>
        <p:spPr>
          <a:xfrm>
            <a:off x="3187084" y="1343464"/>
            <a:ext cx="3242401" cy="1444124"/>
          </a:xfrm>
          <a:prstGeom prst="rect">
            <a:avLst/>
          </a:prstGeom>
        </p:spPr>
      </p:pic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AC29C514-EEFE-40B9-B30C-68BC7772E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16427-EE66-4F1E-A0C1-D124FF32ABD1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46154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6D1E30C-3C0A-484D-AD2B-0A77D43D1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Modification d’une table </a:t>
            </a:r>
          </a:p>
        </p:txBody>
      </p:sp>
      <p:pic>
        <p:nvPicPr>
          <p:cNvPr id="4" name="Espace réservé du contenu 3">
            <a:extLst>
              <a:ext uri="{FF2B5EF4-FFF2-40B4-BE49-F238E27FC236}">
                <a16:creationId xmlns:a16="http://schemas.microsoft.com/office/drawing/2014/main" id="{17274775-DD02-46E6-8599-55DC3A459F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83055"/>
          <a:stretch/>
        </p:blipFill>
        <p:spPr bwMode="auto">
          <a:xfrm>
            <a:off x="1083272" y="3588107"/>
            <a:ext cx="7038975" cy="82637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DBF6ABD4-17F0-4CB1-857C-9CDB11808CF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4869" r="63952" b="17423"/>
          <a:stretch/>
        </p:blipFill>
        <p:spPr bwMode="auto">
          <a:xfrm>
            <a:off x="1083272" y="1510454"/>
            <a:ext cx="2507216" cy="1817157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3FE6E555-3C27-4FE8-AD4E-698217E3FC6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57279" r="57999"/>
          <a:stretch/>
        </p:blipFill>
        <p:spPr bwMode="auto">
          <a:xfrm>
            <a:off x="1083272" y="4656386"/>
            <a:ext cx="2419350" cy="170497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E99D6A0-D717-4150-B695-DE1A62FAC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16427-EE66-4F1E-A0C1-D124FF32ABD1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42429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026804-7718-4AA2-8186-471A9F361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Modification d’un champ</a:t>
            </a:r>
          </a:p>
        </p:txBody>
      </p:sp>
      <p:pic>
        <p:nvPicPr>
          <p:cNvPr id="4" name="Espace réservé du contenu 3">
            <a:extLst>
              <a:ext uri="{FF2B5EF4-FFF2-40B4-BE49-F238E27FC236}">
                <a16:creationId xmlns:a16="http://schemas.microsoft.com/office/drawing/2014/main" id="{D24A8FE2-AE9E-4052-95FA-00D4AC82F8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45346" r="31739" b="42005"/>
          <a:stretch/>
        </p:blipFill>
        <p:spPr bwMode="auto">
          <a:xfrm>
            <a:off x="950362" y="1872449"/>
            <a:ext cx="9200125" cy="118114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D0CFD2E-AE5E-42C9-A0A1-93B35922B95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7143" r="49041"/>
          <a:stretch/>
        </p:blipFill>
        <p:spPr bwMode="auto">
          <a:xfrm>
            <a:off x="3930810" y="3224166"/>
            <a:ext cx="4429755" cy="258101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8F392F2-92B8-471C-8339-218C8A3EF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16427-EE66-4F1E-A0C1-D124FF32ABD1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729938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130AB32-1BEB-46BB-8851-74C6B6C1F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Contraintes sur les champs</a:t>
            </a:r>
          </a:p>
        </p:txBody>
      </p:sp>
      <p:pic>
        <p:nvPicPr>
          <p:cNvPr id="4" name="Espace réservé du contenu 3">
            <a:extLst>
              <a:ext uri="{FF2B5EF4-FFF2-40B4-BE49-F238E27FC236}">
                <a16:creationId xmlns:a16="http://schemas.microsoft.com/office/drawing/2014/main" id="{A866A640-DC90-454E-88A6-7639C10719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49539" r="15336" b="30633"/>
          <a:stretch/>
        </p:blipFill>
        <p:spPr bwMode="auto">
          <a:xfrm>
            <a:off x="973366" y="1892479"/>
            <a:ext cx="8169485" cy="132556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7251D65-23EF-442B-B2C8-C2DB0DCC1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16427-EE66-4F1E-A0C1-D124FF32ABD1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109802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2218D64-BA1B-4264-9892-78028C7B1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Clef étrangère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55D6B4D8-6785-4CB9-8541-34229391968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3556" r="58418"/>
          <a:stretch/>
        </p:blipFill>
        <p:spPr bwMode="auto">
          <a:xfrm>
            <a:off x="903063" y="1825625"/>
            <a:ext cx="9830616" cy="136219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667CD0D-8D35-414F-933A-0C9700FC0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16427-EE66-4F1E-A0C1-D124FF32ABD1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721036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BCBF505-0954-4474-AACF-0D06BFFCA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Changement de moteur (</a:t>
            </a:r>
            <a:r>
              <a:rPr lang="fr-FR" dirty="0" err="1"/>
              <a:t>myIsam</a:t>
            </a:r>
            <a:r>
              <a:rPr lang="fr-FR" dirty="0"/>
              <a:t> vers </a:t>
            </a:r>
            <a:r>
              <a:rPr lang="fr-FR" dirty="0" err="1"/>
              <a:t>InnoDB</a:t>
            </a:r>
            <a:r>
              <a:rPr lang="fr-FR" dirty="0"/>
              <a:t>)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21DC0780-3439-4814-BC29-4CB67677DE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34465" r="72869" b="50449"/>
          <a:stretch/>
        </p:blipFill>
        <p:spPr>
          <a:xfrm>
            <a:off x="1363692" y="2347636"/>
            <a:ext cx="6804552" cy="1325563"/>
          </a:xfrm>
        </p:spPr>
      </p:pic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E944F70-69E1-46FF-88A1-84D715DA3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16427-EE66-4F1E-A0C1-D124FF32ABD1}" type="slidenum">
              <a:rPr lang="fr-FR" smtClean="0"/>
              <a:t>7</a:t>
            </a:fld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E59764CA-7DF7-4485-9715-D0062E5334EB}"/>
              </a:ext>
            </a:extLst>
          </p:cNvPr>
          <p:cNvSpPr txBox="1"/>
          <p:nvPr/>
        </p:nvSpPr>
        <p:spPr>
          <a:xfrm>
            <a:off x="1251751" y="4456590"/>
            <a:ext cx="101621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Il faut faire ce changement lorsque les deux tables n’ont pas le même type. Sinon, la clé étrangère ne peut </a:t>
            </a:r>
          </a:p>
          <a:p>
            <a:r>
              <a:rPr lang="fr-FR" dirty="0"/>
              <a:t>être définie.</a:t>
            </a:r>
          </a:p>
        </p:txBody>
      </p:sp>
    </p:spTree>
    <p:extLst>
      <p:ext uri="{BB962C8B-B14F-4D97-AF65-F5344CB8AC3E}">
        <p14:creationId xmlns:p14="http://schemas.microsoft.com/office/powerpoint/2010/main" val="14650632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5C71DA-31DA-42A3-B4F5-0EF6B78AE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Insertion autorisée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16FDCCA-D9E0-416F-89C8-9C1910906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16427-EE66-4F1E-A0C1-D124FF32ABD1}" type="slidenum">
              <a:rPr lang="fr-FR" smtClean="0"/>
              <a:t>8</a:t>
            </a:fld>
            <a:endParaRPr lang="fr-FR"/>
          </a:p>
        </p:txBody>
      </p:sp>
      <p:pic>
        <p:nvPicPr>
          <p:cNvPr id="9" name="Espace réservé du contenu 8">
            <a:extLst>
              <a:ext uri="{FF2B5EF4-FFF2-40B4-BE49-F238E27FC236}">
                <a16:creationId xmlns:a16="http://schemas.microsoft.com/office/drawing/2014/main" id="{B61A808D-6643-4A26-A42B-8987C547F9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58627" r="45319" b="22807"/>
          <a:stretch/>
        </p:blipFill>
        <p:spPr>
          <a:xfrm>
            <a:off x="852603" y="1553591"/>
            <a:ext cx="5077679" cy="1430727"/>
          </a:xfr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AF0A11C6-5FDC-4D0A-9154-03259966CD6C}"/>
              </a:ext>
            </a:extLst>
          </p:cNvPr>
          <p:cNvSpPr txBox="1"/>
          <p:nvPr/>
        </p:nvSpPr>
        <p:spPr>
          <a:xfrm>
            <a:off x="1615736" y="3746377"/>
            <a:ext cx="88915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Cette commande fonctionne parce que la valeur id=2 existe bien dans la table « personnes ».</a:t>
            </a:r>
          </a:p>
        </p:txBody>
      </p:sp>
    </p:spTree>
    <p:extLst>
      <p:ext uri="{BB962C8B-B14F-4D97-AF65-F5344CB8AC3E}">
        <p14:creationId xmlns:p14="http://schemas.microsoft.com/office/powerpoint/2010/main" val="2887661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A86959-66BC-4740-957D-EB3C09F1A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Insertion non autorisée</a:t>
            </a:r>
          </a:p>
        </p:txBody>
      </p:sp>
      <p:pic>
        <p:nvPicPr>
          <p:cNvPr id="4" name="Espace réservé du contenu 3">
            <a:extLst>
              <a:ext uri="{FF2B5EF4-FFF2-40B4-BE49-F238E27FC236}">
                <a16:creationId xmlns:a16="http://schemas.microsoft.com/office/drawing/2014/main" id="{1AB3AEA2-2494-4AFC-B3F0-F6B0946F2A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65885" r="6975" b="17099"/>
          <a:stretch/>
        </p:blipFill>
        <p:spPr bwMode="auto">
          <a:xfrm>
            <a:off x="318082" y="1843954"/>
            <a:ext cx="11545505" cy="73985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F07EC5F-54A6-4039-A03C-BD998B8F5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16427-EE66-4F1E-A0C1-D124FF32ABD1}" type="slidenum">
              <a:rPr lang="fr-FR" smtClean="0"/>
              <a:t>9</a:t>
            </a:fld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74579952-2744-46E9-8B86-C2F71CDF9044}"/>
              </a:ext>
            </a:extLst>
          </p:cNvPr>
          <p:cNvSpPr txBox="1"/>
          <p:nvPr/>
        </p:nvSpPr>
        <p:spPr>
          <a:xfrm>
            <a:off x="914400" y="2991775"/>
            <a:ext cx="104151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Cette commande génère une erreur car le champ « id » de la table personnes ne contient pas la valeur « 10 »</a:t>
            </a:r>
          </a:p>
        </p:txBody>
      </p:sp>
    </p:spTree>
    <p:extLst>
      <p:ext uri="{BB962C8B-B14F-4D97-AF65-F5344CB8AC3E}">
        <p14:creationId xmlns:p14="http://schemas.microsoft.com/office/powerpoint/2010/main" val="135476118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</TotalTime>
  <Words>120</Words>
  <Application>Microsoft Office PowerPoint</Application>
  <PresentationFormat>Grand écran</PresentationFormat>
  <Paragraphs>31</Paragraphs>
  <Slides>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Thème Office</vt:lpstr>
      <vt:lpstr>Complément SQL</vt:lpstr>
      <vt:lpstr>Quelques commandes supplémentaires</vt:lpstr>
      <vt:lpstr>Modification d’une table </vt:lpstr>
      <vt:lpstr>Modification d’un champ</vt:lpstr>
      <vt:lpstr>Contraintes sur les champs</vt:lpstr>
      <vt:lpstr>Clef étrangère</vt:lpstr>
      <vt:lpstr>Changement de moteur (myIsam vers InnoDB)</vt:lpstr>
      <vt:lpstr>Insertion autorisée</vt:lpstr>
      <vt:lpstr>Insertion non autorisée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Complément SQL</dc:title>
  <dc:creator>Olivier Payet</dc:creator>
  <cp:lastModifiedBy>Olivier Payet</cp:lastModifiedBy>
  <cp:revision>8</cp:revision>
  <dcterms:created xsi:type="dcterms:W3CDTF">2022-01-31T12:42:50Z</dcterms:created>
  <dcterms:modified xsi:type="dcterms:W3CDTF">2022-02-01T19:24:05Z</dcterms:modified>
</cp:coreProperties>
</file>